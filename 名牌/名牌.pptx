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264" r:id="rId3"/>
    <p:sldId id="262" r:id="rId4"/>
    <p:sldId id="266" r:id="rId5"/>
    <p:sldId id="261" r:id="rId6"/>
    <p:sldId id="265" r:id="rId7"/>
    <p:sldId id="259" r:id="rId8"/>
    <p:sldId id="268" r:id="rId9"/>
    <p:sldId id="260" r:id="rId10"/>
    <p:sldId id="267" r:id="rId11"/>
  </p:sldIdLst>
  <p:sldSz cx="7559675" cy="1069181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0E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2373" y="-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6461B67-8E9F-4D11-9EB7-72BB50E7C8CE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32038" y="1279525"/>
            <a:ext cx="243998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350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FD596E4-AE33-445A-B4EF-73AB016833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74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831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76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71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318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204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45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692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229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760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985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658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69BB2-CAE2-4FAA-B507-77D6ABE5EFA4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265D3-B54B-4C18-A881-7580B65A8B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462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CB8FF767-6B8E-743B-AFE4-CFA6B8B4452A}"/>
              </a:ext>
            </a:extLst>
          </p:cNvPr>
          <p:cNvSpPr/>
          <p:nvPr/>
        </p:nvSpPr>
        <p:spPr>
          <a:xfrm>
            <a:off x="-325" y="-2"/>
            <a:ext cx="7560325" cy="10691814"/>
          </a:xfrm>
          <a:custGeom>
            <a:avLst/>
            <a:gdLst>
              <a:gd name="connsiteX0" fmla="*/ 540325 w 7560325"/>
              <a:gd name="connsiteY0" fmla="*/ 540001 h 10691814"/>
              <a:gd name="connsiteX1" fmla="*/ 540325 w 7560325"/>
              <a:gd name="connsiteY1" fmla="*/ 10151814 h 10691814"/>
              <a:gd name="connsiteX2" fmla="*/ 7020000 w 7560325"/>
              <a:gd name="connsiteY2" fmla="*/ 10151814 h 10691814"/>
              <a:gd name="connsiteX3" fmla="*/ 7020000 w 7560325"/>
              <a:gd name="connsiteY3" fmla="*/ 540001 h 10691814"/>
              <a:gd name="connsiteX4" fmla="*/ 325 w 7560325"/>
              <a:gd name="connsiteY4" fmla="*/ 0 h 10691814"/>
              <a:gd name="connsiteX5" fmla="*/ 540325 w 7560325"/>
              <a:gd name="connsiteY5" fmla="*/ 0 h 10691814"/>
              <a:gd name="connsiteX6" fmla="*/ 540325 w 7560325"/>
              <a:gd name="connsiteY6" fmla="*/ 1 h 10691814"/>
              <a:gd name="connsiteX7" fmla="*/ 7020000 w 7560325"/>
              <a:gd name="connsiteY7" fmla="*/ 1 h 10691814"/>
              <a:gd name="connsiteX8" fmla="*/ 7020000 w 7560325"/>
              <a:gd name="connsiteY8" fmla="*/ 1 h 10691814"/>
              <a:gd name="connsiteX9" fmla="*/ 7560000 w 7560325"/>
              <a:gd name="connsiteY9" fmla="*/ 1 h 10691814"/>
              <a:gd name="connsiteX10" fmla="*/ 7560000 w 7560325"/>
              <a:gd name="connsiteY10" fmla="*/ 1 h 10691814"/>
              <a:gd name="connsiteX11" fmla="*/ 7560325 w 7560325"/>
              <a:gd name="connsiteY11" fmla="*/ 1 h 10691814"/>
              <a:gd name="connsiteX12" fmla="*/ 7560325 w 7560325"/>
              <a:gd name="connsiteY12" fmla="*/ 540001 h 10691814"/>
              <a:gd name="connsiteX13" fmla="*/ 7560000 w 7560325"/>
              <a:gd name="connsiteY13" fmla="*/ 540001 h 10691814"/>
              <a:gd name="connsiteX14" fmla="*/ 7560000 w 7560325"/>
              <a:gd name="connsiteY14" fmla="*/ 10151814 h 10691814"/>
              <a:gd name="connsiteX15" fmla="*/ 7560000 w 7560325"/>
              <a:gd name="connsiteY15" fmla="*/ 10691813 h 10691814"/>
              <a:gd name="connsiteX16" fmla="*/ 7560000 w 7560325"/>
              <a:gd name="connsiteY16" fmla="*/ 10691814 h 10691814"/>
              <a:gd name="connsiteX17" fmla="*/ 0 w 7560325"/>
              <a:gd name="connsiteY17" fmla="*/ 10691814 h 10691814"/>
              <a:gd name="connsiteX18" fmla="*/ 0 w 7560325"/>
              <a:gd name="connsiteY18" fmla="*/ 10151814 h 10691814"/>
              <a:gd name="connsiteX19" fmla="*/ 325 w 7560325"/>
              <a:gd name="connsiteY19" fmla="*/ 10151814 h 10691814"/>
              <a:gd name="connsiteX20" fmla="*/ 325 w 7560325"/>
              <a:gd name="connsiteY20" fmla="*/ 540001 h 10691814"/>
              <a:gd name="connsiteX21" fmla="*/ 325 w 7560325"/>
              <a:gd name="connsiteY21" fmla="*/ 540001 h 10691814"/>
              <a:gd name="connsiteX22" fmla="*/ 325 w 7560325"/>
              <a:gd name="connsiteY22" fmla="*/ 1 h 10691814"/>
              <a:gd name="connsiteX23" fmla="*/ 325 w 7560325"/>
              <a:gd name="connsiteY23" fmla="*/ 1 h 1069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60325" h="10691814">
                <a:moveTo>
                  <a:pt x="540325" y="540001"/>
                </a:moveTo>
                <a:lnTo>
                  <a:pt x="540325" y="10151814"/>
                </a:lnTo>
                <a:lnTo>
                  <a:pt x="7020000" y="10151814"/>
                </a:lnTo>
                <a:lnTo>
                  <a:pt x="7020000" y="540001"/>
                </a:lnTo>
                <a:close/>
                <a:moveTo>
                  <a:pt x="325" y="0"/>
                </a:moveTo>
                <a:lnTo>
                  <a:pt x="540325" y="0"/>
                </a:lnTo>
                <a:lnTo>
                  <a:pt x="540325" y="1"/>
                </a:lnTo>
                <a:lnTo>
                  <a:pt x="7020000" y="1"/>
                </a:lnTo>
                <a:lnTo>
                  <a:pt x="7020000" y="1"/>
                </a:lnTo>
                <a:lnTo>
                  <a:pt x="7560000" y="1"/>
                </a:lnTo>
                <a:lnTo>
                  <a:pt x="7560000" y="1"/>
                </a:lnTo>
                <a:lnTo>
                  <a:pt x="7560325" y="1"/>
                </a:lnTo>
                <a:lnTo>
                  <a:pt x="7560325" y="540001"/>
                </a:lnTo>
                <a:lnTo>
                  <a:pt x="7560000" y="540001"/>
                </a:lnTo>
                <a:lnTo>
                  <a:pt x="7560000" y="10151814"/>
                </a:lnTo>
                <a:lnTo>
                  <a:pt x="7560000" y="10691813"/>
                </a:lnTo>
                <a:lnTo>
                  <a:pt x="7560000" y="10691814"/>
                </a:lnTo>
                <a:lnTo>
                  <a:pt x="0" y="10691814"/>
                </a:lnTo>
                <a:lnTo>
                  <a:pt x="0" y="10151814"/>
                </a:lnTo>
                <a:lnTo>
                  <a:pt x="325" y="10151814"/>
                </a:lnTo>
                <a:lnTo>
                  <a:pt x="325" y="540001"/>
                </a:lnTo>
                <a:lnTo>
                  <a:pt x="325" y="540001"/>
                </a:lnTo>
                <a:lnTo>
                  <a:pt x="325" y="1"/>
                </a:lnTo>
                <a:lnTo>
                  <a:pt x="325" y="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5E491EAE-CF0D-A420-6F5C-FD1BF4A26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544" y="537028"/>
            <a:ext cx="3240854" cy="4500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214A6344-5AE5-A720-67F3-851E91322ADC}"/>
              </a:ext>
            </a:extLst>
          </p:cNvPr>
          <p:cNvGrpSpPr/>
          <p:nvPr/>
        </p:nvGrpSpPr>
        <p:grpSpPr>
          <a:xfrm>
            <a:off x="3994365" y="737290"/>
            <a:ext cx="2891080" cy="858192"/>
            <a:chOff x="719404" y="737290"/>
            <a:chExt cx="2891080" cy="858192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8BB5473-72BC-F088-2291-AD486286ED22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78CB8452-0421-65DF-4945-001368B32C75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0201300F-66DC-3C62-F803-1EED1F225E21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F3941298-04E5-C7AF-7AF9-E8489C596D4D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36DB0045-873F-BA1F-ECBA-13EAA35A4969}"/>
              </a:ext>
            </a:extLst>
          </p:cNvPr>
          <p:cNvSpPr txBox="1"/>
          <p:nvPr/>
        </p:nvSpPr>
        <p:spPr>
          <a:xfrm>
            <a:off x="4725870" y="2494639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zh-TW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圖片 64">
            <a:extLst>
              <a:ext uri="{FF2B5EF4-FFF2-40B4-BE49-F238E27FC236}">
                <a16:creationId xmlns:a16="http://schemas.microsoft.com/office/drawing/2014/main" id="{41CFC190-413A-75CB-A58C-A7E4944A6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83" y="5047914"/>
            <a:ext cx="3240854" cy="4500000"/>
          </a:xfrm>
          <a:prstGeom prst="rect">
            <a:avLst/>
          </a:prstGeom>
        </p:spPr>
      </p:pic>
      <p:grpSp>
        <p:nvGrpSpPr>
          <p:cNvPr id="66" name="群組 65">
            <a:extLst>
              <a:ext uri="{FF2B5EF4-FFF2-40B4-BE49-F238E27FC236}">
                <a16:creationId xmlns:a16="http://schemas.microsoft.com/office/drawing/2014/main" id="{FA8F6B50-7B25-6DB5-2F7A-956C5E49CD57}"/>
              </a:ext>
            </a:extLst>
          </p:cNvPr>
          <p:cNvGrpSpPr/>
          <p:nvPr/>
        </p:nvGrpSpPr>
        <p:grpSpPr>
          <a:xfrm>
            <a:off x="744804" y="5248176"/>
            <a:ext cx="2891080" cy="858192"/>
            <a:chOff x="719404" y="737290"/>
            <a:chExt cx="2891080" cy="858192"/>
          </a:xfrm>
        </p:grpSpPr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184892CF-321B-D81C-BB0E-7B99BAD5FE0C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256D32A8-AD28-15A4-60FA-EBBC284FA3BE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A5E85988-F025-0F11-E67B-3A84E5CC3D57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C4A9644E-DE7A-BF7E-4AC5-9018446EBAA9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1" name="圖片 70">
            <a:extLst>
              <a:ext uri="{FF2B5EF4-FFF2-40B4-BE49-F238E27FC236}">
                <a16:creationId xmlns:a16="http://schemas.microsoft.com/office/drawing/2014/main" id="{331471CE-DEDB-E3E9-C1FF-1DB2135AE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544" y="5047914"/>
            <a:ext cx="3240854" cy="4500000"/>
          </a:xfrm>
          <a:prstGeom prst="rect">
            <a:avLst/>
          </a:prstGeom>
        </p:spPr>
      </p:pic>
      <p:grpSp>
        <p:nvGrpSpPr>
          <p:cNvPr id="72" name="群組 71">
            <a:extLst>
              <a:ext uri="{FF2B5EF4-FFF2-40B4-BE49-F238E27FC236}">
                <a16:creationId xmlns:a16="http://schemas.microsoft.com/office/drawing/2014/main" id="{81616096-0F28-0EBD-3DA2-4687063F4AE3}"/>
              </a:ext>
            </a:extLst>
          </p:cNvPr>
          <p:cNvGrpSpPr/>
          <p:nvPr/>
        </p:nvGrpSpPr>
        <p:grpSpPr>
          <a:xfrm>
            <a:off x="3994365" y="5248176"/>
            <a:ext cx="2891080" cy="858192"/>
            <a:chOff x="719404" y="737290"/>
            <a:chExt cx="2891080" cy="858192"/>
          </a:xfrm>
        </p:grpSpPr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1D9020C7-B6F1-39A0-DF8A-99AB2FD298F5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52D2B952-95FB-153A-4290-2EED575C6069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BBF5CAB7-4660-65E4-9FDF-3885E327ED62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11FC1385-035E-2815-4555-34E7F0B9A34A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5FE48F1E-6AC2-D480-C606-B61ADB05961E}"/>
              </a:ext>
            </a:extLst>
          </p:cNvPr>
          <p:cNvSpPr txBox="1"/>
          <p:nvPr/>
        </p:nvSpPr>
        <p:spPr>
          <a:xfrm>
            <a:off x="1433089" y="7005526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zh-TW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825CFAAE-9A7E-798A-7276-508875114851}"/>
              </a:ext>
            </a:extLst>
          </p:cNvPr>
          <p:cNvSpPr txBox="1"/>
          <p:nvPr/>
        </p:nvSpPr>
        <p:spPr>
          <a:xfrm>
            <a:off x="1433088" y="7005526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zh-TW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09A1B4A9-D314-EADC-4EB7-2E7E6D525700}"/>
              </a:ext>
            </a:extLst>
          </p:cNvPr>
          <p:cNvSpPr txBox="1"/>
          <p:nvPr/>
        </p:nvSpPr>
        <p:spPr>
          <a:xfrm>
            <a:off x="4725870" y="7005525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zh-TW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8" name="圖片 87">
            <a:extLst>
              <a:ext uri="{FF2B5EF4-FFF2-40B4-BE49-F238E27FC236}">
                <a16:creationId xmlns:a16="http://schemas.microsoft.com/office/drawing/2014/main" id="{2E49C4B1-BD56-6093-8858-92ED5F802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83" y="537028"/>
            <a:ext cx="3240854" cy="4500000"/>
          </a:xfrm>
          <a:prstGeom prst="rect">
            <a:avLst/>
          </a:prstGeom>
        </p:spPr>
      </p:pic>
      <p:grpSp>
        <p:nvGrpSpPr>
          <p:cNvPr id="89" name="群組 88">
            <a:extLst>
              <a:ext uri="{FF2B5EF4-FFF2-40B4-BE49-F238E27FC236}">
                <a16:creationId xmlns:a16="http://schemas.microsoft.com/office/drawing/2014/main" id="{FEDC5A0F-D09E-23FD-6A74-398E5D9D1868}"/>
              </a:ext>
            </a:extLst>
          </p:cNvPr>
          <p:cNvGrpSpPr/>
          <p:nvPr/>
        </p:nvGrpSpPr>
        <p:grpSpPr>
          <a:xfrm>
            <a:off x="744804" y="737290"/>
            <a:ext cx="2891080" cy="858192"/>
            <a:chOff x="719404" y="737290"/>
            <a:chExt cx="2891080" cy="858192"/>
          </a:xfrm>
        </p:grpSpPr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9F1CF325-3193-62DA-C181-EF0E730F3B0C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5DA58BB4-780D-5CC6-E36D-BEDA3DFE1261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79CB6D3B-12D9-0E5F-8F24-284E8770797A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3" name="直線接點 92">
              <a:extLst>
                <a:ext uri="{FF2B5EF4-FFF2-40B4-BE49-F238E27FC236}">
                  <a16:creationId xmlns:a16="http://schemas.microsoft.com/office/drawing/2014/main" id="{BB4B4E0D-8F0A-97F8-4B11-BBA11A6FC34A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84D861AA-75E9-AC82-1DA7-9555BABEB60F}"/>
              </a:ext>
            </a:extLst>
          </p:cNvPr>
          <p:cNvSpPr txBox="1"/>
          <p:nvPr/>
        </p:nvSpPr>
        <p:spPr>
          <a:xfrm>
            <a:off x="1151764" y="2571584"/>
            <a:ext cx="20535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Chieh</a:t>
            </a:r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-Ting Lin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CE8A2C84-20A9-647A-D043-A15F65C1E7C2}"/>
              </a:ext>
            </a:extLst>
          </p:cNvPr>
          <p:cNvSpPr txBox="1"/>
          <p:nvPr/>
        </p:nvSpPr>
        <p:spPr>
          <a:xfrm>
            <a:off x="1672737" y="3133380"/>
            <a:ext cx="973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82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>
            <a:extLst>
              <a:ext uri="{FF2B5EF4-FFF2-40B4-BE49-F238E27FC236}">
                <a16:creationId xmlns:a16="http://schemas.microsoft.com/office/drawing/2014/main" id="{6BFC371E-0DCF-E443-5692-4285D2562F10}"/>
              </a:ext>
            </a:extLst>
          </p:cNvPr>
          <p:cNvSpPr/>
          <p:nvPr/>
        </p:nvSpPr>
        <p:spPr>
          <a:xfrm>
            <a:off x="540000" y="50472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BFAE2FD-A212-9B0C-C79A-A054D3354914}"/>
              </a:ext>
            </a:extLst>
          </p:cNvPr>
          <p:cNvSpPr/>
          <p:nvPr/>
        </p:nvSpPr>
        <p:spPr>
          <a:xfrm>
            <a:off x="3790800" y="50472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190D237-9FE8-D881-1602-90EE7A4E8722}"/>
              </a:ext>
            </a:extLst>
          </p:cNvPr>
          <p:cNvSpPr/>
          <p:nvPr/>
        </p:nvSpPr>
        <p:spPr>
          <a:xfrm>
            <a:off x="3790800" y="5364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05AA0ED-EFAE-F103-A3C6-DDBC7771988B}"/>
              </a:ext>
            </a:extLst>
          </p:cNvPr>
          <p:cNvSpPr/>
          <p:nvPr/>
        </p:nvSpPr>
        <p:spPr>
          <a:xfrm>
            <a:off x="540000" y="537028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CB8FF767-6B8E-743B-AFE4-CFA6B8B4452A}"/>
              </a:ext>
            </a:extLst>
          </p:cNvPr>
          <p:cNvSpPr/>
          <p:nvPr/>
        </p:nvSpPr>
        <p:spPr>
          <a:xfrm>
            <a:off x="-325" y="-2"/>
            <a:ext cx="7560325" cy="10691814"/>
          </a:xfrm>
          <a:custGeom>
            <a:avLst/>
            <a:gdLst>
              <a:gd name="connsiteX0" fmla="*/ 540325 w 7560325"/>
              <a:gd name="connsiteY0" fmla="*/ 540001 h 10691814"/>
              <a:gd name="connsiteX1" fmla="*/ 540325 w 7560325"/>
              <a:gd name="connsiteY1" fmla="*/ 10151814 h 10691814"/>
              <a:gd name="connsiteX2" fmla="*/ 7020000 w 7560325"/>
              <a:gd name="connsiteY2" fmla="*/ 10151814 h 10691814"/>
              <a:gd name="connsiteX3" fmla="*/ 7020000 w 7560325"/>
              <a:gd name="connsiteY3" fmla="*/ 540001 h 10691814"/>
              <a:gd name="connsiteX4" fmla="*/ 325 w 7560325"/>
              <a:gd name="connsiteY4" fmla="*/ 0 h 10691814"/>
              <a:gd name="connsiteX5" fmla="*/ 540325 w 7560325"/>
              <a:gd name="connsiteY5" fmla="*/ 0 h 10691814"/>
              <a:gd name="connsiteX6" fmla="*/ 540325 w 7560325"/>
              <a:gd name="connsiteY6" fmla="*/ 1 h 10691814"/>
              <a:gd name="connsiteX7" fmla="*/ 7020000 w 7560325"/>
              <a:gd name="connsiteY7" fmla="*/ 1 h 10691814"/>
              <a:gd name="connsiteX8" fmla="*/ 7020000 w 7560325"/>
              <a:gd name="connsiteY8" fmla="*/ 1 h 10691814"/>
              <a:gd name="connsiteX9" fmla="*/ 7560000 w 7560325"/>
              <a:gd name="connsiteY9" fmla="*/ 1 h 10691814"/>
              <a:gd name="connsiteX10" fmla="*/ 7560000 w 7560325"/>
              <a:gd name="connsiteY10" fmla="*/ 1 h 10691814"/>
              <a:gd name="connsiteX11" fmla="*/ 7560325 w 7560325"/>
              <a:gd name="connsiteY11" fmla="*/ 1 h 10691814"/>
              <a:gd name="connsiteX12" fmla="*/ 7560325 w 7560325"/>
              <a:gd name="connsiteY12" fmla="*/ 540001 h 10691814"/>
              <a:gd name="connsiteX13" fmla="*/ 7560000 w 7560325"/>
              <a:gd name="connsiteY13" fmla="*/ 540001 h 10691814"/>
              <a:gd name="connsiteX14" fmla="*/ 7560000 w 7560325"/>
              <a:gd name="connsiteY14" fmla="*/ 10151814 h 10691814"/>
              <a:gd name="connsiteX15" fmla="*/ 7560000 w 7560325"/>
              <a:gd name="connsiteY15" fmla="*/ 10691813 h 10691814"/>
              <a:gd name="connsiteX16" fmla="*/ 7560000 w 7560325"/>
              <a:gd name="connsiteY16" fmla="*/ 10691814 h 10691814"/>
              <a:gd name="connsiteX17" fmla="*/ 0 w 7560325"/>
              <a:gd name="connsiteY17" fmla="*/ 10691814 h 10691814"/>
              <a:gd name="connsiteX18" fmla="*/ 0 w 7560325"/>
              <a:gd name="connsiteY18" fmla="*/ 10151814 h 10691814"/>
              <a:gd name="connsiteX19" fmla="*/ 325 w 7560325"/>
              <a:gd name="connsiteY19" fmla="*/ 10151814 h 10691814"/>
              <a:gd name="connsiteX20" fmla="*/ 325 w 7560325"/>
              <a:gd name="connsiteY20" fmla="*/ 540001 h 10691814"/>
              <a:gd name="connsiteX21" fmla="*/ 325 w 7560325"/>
              <a:gd name="connsiteY21" fmla="*/ 540001 h 10691814"/>
              <a:gd name="connsiteX22" fmla="*/ 325 w 7560325"/>
              <a:gd name="connsiteY22" fmla="*/ 1 h 10691814"/>
              <a:gd name="connsiteX23" fmla="*/ 325 w 7560325"/>
              <a:gd name="connsiteY23" fmla="*/ 1 h 1069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60325" h="10691814">
                <a:moveTo>
                  <a:pt x="540325" y="540001"/>
                </a:moveTo>
                <a:lnTo>
                  <a:pt x="540325" y="10151814"/>
                </a:lnTo>
                <a:lnTo>
                  <a:pt x="7020000" y="10151814"/>
                </a:lnTo>
                <a:lnTo>
                  <a:pt x="7020000" y="540001"/>
                </a:lnTo>
                <a:close/>
                <a:moveTo>
                  <a:pt x="325" y="0"/>
                </a:moveTo>
                <a:lnTo>
                  <a:pt x="540325" y="0"/>
                </a:lnTo>
                <a:lnTo>
                  <a:pt x="540325" y="1"/>
                </a:lnTo>
                <a:lnTo>
                  <a:pt x="7020000" y="1"/>
                </a:lnTo>
                <a:lnTo>
                  <a:pt x="7020000" y="1"/>
                </a:lnTo>
                <a:lnTo>
                  <a:pt x="7560000" y="1"/>
                </a:lnTo>
                <a:lnTo>
                  <a:pt x="7560000" y="1"/>
                </a:lnTo>
                <a:lnTo>
                  <a:pt x="7560325" y="1"/>
                </a:lnTo>
                <a:lnTo>
                  <a:pt x="7560325" y="540001"/>
                </a:lnTo>
                <a:lnTo>
                  <a:pt x="7560000" y="540001"/>
                </a:lnTo>
                <a:lnTo>
                  <a:pt x="7560000" y="10151814"/>
                </a:lnTo>
                <a:lnTo>
                  <a:pt x="7560000" y="10691813"/>
                </a:lnTo>
                <a:lnTo>
                  <a:pt x="7560000" y="10691814"/>
                </a:lnTo>
                <a:lnTo>
                  <a:pt x="0" y="10691814"/>
                </a:lnTo>
                <a:lnTo>
                  <a:pt x="0" y="10151814"/>
                </a:lnTo>
                <a:lnTo>
                  <a:pt x="325" y="10151814"/>
                </a:lnTo>
                <a:lnTo>
                  <a:pt x="325" y="540001"/>
                </a:lnTo>
                <a:lnTo>
                  <a:pt x="325" y="540001"/>
                </a:lnTo>
                <a:lnTo>
                  <a:pt x="325" y="1"/>
                </a:lnTo>
                <a:lnTo>
                  <a:pt x="325" y="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00" name="Shape 0">
            <a:extLst>
              <a:ext uri="{FF2B5EF4-FFF2-40B4-BE49-F238E27FC236}">
                <a16:creationId xmlns:a16="http://schemas.microsoft.com/office/drawing/2014/main" id="{F1CEA8CD-71BE-4C30-FC6A-32159B0C7711}"/>
              </a:ext>
            </a:extLst>
          </p:cNvPr>
          <p:cNvSpPr/>
          <p:nvPr/>
        </p:nvSpPr>
        <p:spPr>
          <a:xfrm>
            <a:off x="538820" y="536314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101" name="Shape 1">
            <a:extLst>
              <a:ext uri="{FF2B5EF4-FFF2-40B4-BE49-F238E27FC236}">
                <a16:creationId xmlns:a16="http://schemas.microsoft.com/office/drawing/2014/main" id="{A2960759-0724-7258-0AEC-8ED322B5BA9A}"/>
              </a:ext>
            </a:extLst>
          </p:cNvPr>
          <p:cNvSpPr/>
          <p:nvPr/>
        </p:nvSpPr>
        <p:spPr>
          <a:xfrm>
            <a:off x="772820" y="73431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02" name="Text 2">
            <a:extLst>
              <a:ext uri="{FF2B5EF4-FFF2-40B4-BE49-F238E27FC236}">
                <a16:creationId xmlns:a16="http://schemas.microsoft.com/office/drawing/2014/main" id="{C0FBF812-1EEC-E187-6F47-7D0748E02743}"/>
              </a:ext>
            </a:extLst>
          </p:cNvPr>
          <p:cNvSpPr txBox="1"/>
          <p:nvPr/>
        </p:nvSpPr>
        <p:spPr>
          <a:xfrm>
            <a:off x="808820" y="73431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103" name="Text 3">
            <a:extLst>
              <a:ext uri="{FF2B5EF4-FFF2-40B4-BE49-F238E27FC236}">
                <a16:creationId xmlns:a16="http://schemas.microsoft.com/office/drawing/2014/main" id="{EF7F6620-E94A-072A-87D7-77D2FFE95A07}"/>
              </a:ext>
            </a:extLst>
          </p:cNvPr>
          <p:cNvSpPr txBox="1"/>
          <p:nvPr/>
        </p:nvSpPr>
        <p:spPr>
          <a:xfrm>
            <a:off x="1384820" y="73431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104" name="Shape 4">
            <a:extLst>
              <a:ext uri="{FF2B5EF4-FFF2-40B4-BE49-F238E27FC236}">
                <a16:creationId xmlns:a16="http://schemas.microsoft.com/office/drawing/2014/main" id="{EE57B88D-1250-5E89-590E-CE2570EF397C}"/>
              </a:ext>
            </a:extLst>
          </p:cNvPr>
          <p:cNvSpPr/>
          <p:nvPr/>
        </p:nvSpPr>
        <p:spPr>
          <a:xfrm>
            <a:off x="772820" y="8862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5819A699-1E97-F8B0-17E1-9659E0EAF004}"/>
              </a:ext>
            </a:extLst>
          </p:cNvPr>
          <p:cNvSpPr txBox="1"/>
          <p:nvPr/>
        </p:nvSpPr>
        <p:spPr>
          <a:xfrm>
            <a:off x="808820" y="9186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106" name="Text 6">
            <a:extLst>
              <a:ext uri="{FF2B5EF4-FFF2-40B4-BE49-F238E27FC236}">
                <a16:creationId xmlns:a16="http://schemas.microsoft.com/office/drawing/2014/main" id="{0F59E54A-A8FD-91A1-ADE8-51A5BE3982B9}"/>
              </a:ext>
            </a:extLst>
          </p:cNvPr>
          <p:cNvSpPr txBox="1"/>
          <p:nvPr/>
        </p:nvSpPr>
        <p:spPr>
          <a:xfrm>
            <a:off x="1384820" y="9186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4376AC15-EAB5-73C3-0419-E088E8DF0499}"/>
              </a:ext>
            </a:extLst>
          </p:cNvPr>
          <p:cNvSpPr txBox="1"/>
          <p:nvPr/>
        </p:nvSpPr>
        <p:spPr>
          <a:xfrm>
            <a:off x="1384820" y="10197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108" name="Shape 8">
            <a:extLst>
              <a:ext uri="{FF2B5EF4-FFF2-40B4-BE49-F238E27FC236}">
                <a16:creationId xmlns:a16="http://schemas.microsoft.com/office/drawing/2014/main" id="{71F91B4A-5201-F69A-C232-B6593848804F}"/>
              </a:ext>
            </a:extLst>
          </p:cNvPr>
          <p:cNvSpPr/>
          <p:nvPr/>
        </p:nvSpPr>
        <p:spPr>
          <a:xfrm>
            <a:off x="772820" y="1127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09" name="Text 9">
            <a:extLst>
              <a:ext uri="{FF2B5EF4-FFF2-40B4-BE49-F238E27FC236}">
                <a16:creationId xmlns:a16="http://schemas.microsoft.com/office/drawing/2014/main" id="{99220364-9144-D99F-65AC-56D838EBB8FC}"/>
              </a:ext>
            </a:extLst>
          </p:cNvPr>
          <p:cNvSpPr txBox="1"/>
          <p:nvPr/>
        </p:nvSpPr>
        <p:spPr>
          <a:xfrm>
            <a:off x="808820" y="1159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83B8B390-2922-8EB9-163E-AFD7E52A6F49}"/>
              </a:ext>
            </a:extLst>
          </p:cNvPr>
          <p:cNvSpPr txBox="1"/>
          <p:nvPr/>
        </p:nvSpPr>
        <p:spPr>
          <a:xfrm>
            <a:off x="1384820" y="1159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67B4CE67-97BA-FEE4-131A-956A464B3748}"/>
              </a:ext>
            </a:extLst>
          </p:cNvPr>
          <p:cNvSpPr txBox="1"/>
          <p:nvPr/>
        </p:nvSpPr>
        <p:spPr>
          <a:xfrm>
            <a:off x="1384820" y="12609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112" name="Shape 12">
            <a:extLst>
              <a:ext uri="{FF2B5EF4-FFF2-40B4-BE49-F238E27FC236}">
                <a16:creationId xmlns:a16="http://schemas.microsoft.com/office/drawing/2014/main" id="{B78FF145-9F8B-83EC-C793-FA5C3EC22E57}"/>
              </a:ext>
            </a:extLst>
          </p:cNvPr>
          <p:cNvSpPr/>
          <p:nvPr/>
        </p:nvSpPr>
        <p:spPr>
          <a:xfrm>
            <a:off x="772820" y="13682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13" name="Text 13">
            <a:extLst>
              <a:ext uri="{FF2B5EF4-FFF2-40B4-BE49-F238E27FC236}">
                <a16:creationId xmlns:a16="http://schemas.microsoft.com/office/drawing/2014/main" id="{2152544A-B966-EF8E-2643-EC043C59400D}"/>
              </a:ext>
            </a:extLst>
          </p:cNvPr>
          <p:cNvSpPr txBox="1"/>
          <p:nvPr/>
        </p:nvSpPr>
        <p:spPr>
          <a:xfrm>
            <a:off x="808820" y="14006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114" name="Text 14">
            <a:extLst>
              <a:ext uri="{FF2B5EF4-FFF2-40B4-BE49-F238E27FC236}">
                <a16:creationId xmlns:a16="http://schemas.microsoft.com/office/drawing/2014/main" id="{B08C6B25-93A0-A93E-1D61-AE4F76E1369D}"/>
              </a:ext>
            </a:extLst>
          </p:cNvPr>
          <p:cNvSpPr txBox="1"/>
          <p:nvPr/>
        </p:nvSpPr>
        <p:spPr>
          <a:xfrm>
            <a:off x="1384820" y="14006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8F1B567D-926D-3D47-4598-7B352CFBDF26}"/>
              </a:ext>
            </a:extLst>
          </p:cNvPr>
          <p:cNvSpPr txBox="1"/>
          <p:nvPr/>
        </p:nvSpPr>
        <p:spPr>
          <a:xfrm>
            <a:off x="1384820" y="150219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116" name="Shape 16">
            <a:extLst>
              <a:ext uri="{FF2B5EF4-FFF2-40B4-BE49-F238E27FC236}">
                <a16:creationId xmlns:a16="http://schemas.microsoft.com/office/drawing/2014/main" id="{89CA7D6B-0F2F-248C-F058-BE376602FE21}"/>
              </a:ext>
            </a:extLst>
          </p:cNvPr>
          <p:cNvSpPr/>
          <p:nvPr/>
        </p:nvSpPr>
        <p:spPr>
          <a:xfrm>
            <a:off x="772820" y="1677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BE812DD9-0903-1733-D302-8450004B7FEE}"/>
              </a:ext>
            </a:extLst>
          </p:cNvPr>
          <p:cNvSpPr txBox="1"/>
          <p:nvPr/>
        </p:nvSpPr>
        <p:spPr>
          <a:xfrm>
            <a:off x="808820" y="1709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118" name="Text 18">
            <a:extLst>
              <a:ext uri="{FF2B5EF4-FFF2-40B4-BE49-F238E27FC236}">
                <a16:creationId xmlns:a16="http://schemas.microsoft.com/office/drawing/2014/main" id="{266F6A15-F69F-1C0E-FDA4-E15683C71F0E}"/>
              </a:ext>
            </a:extLst>
          </p:cNvPr>
          <p:cNvSpPr txBox="1"/>
          <p:nvPr/>
        </p:nvSpPr>
        <p:spPr>
          <a:xfrm>
            <a:off x="1384820" y="1709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08EFD467-4E76-D77A-43FE-BA497A9B35FE}"/>
              </a:ext>
            </a:extLst>
          </p:cNvPr>
          <p:cNvSpPr txBox="1"/>
          <p:nvPr/>
        </p:nvSpPr>
        <p:spPr>
          <a:xfrm>
            <a:off x="1384820" y="181107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120" name="Shape 20">
            <a:extLst>
              <a:ext uri="{FF2B5EF4-FFF2-40B4-BE49-F238E27FC236}">
                <a16:creationId xmlns:a16="http://schemas.microsoft.com/office/drawing/2014/main" id="{2CFD192F-EAF3-6A77-4251-A3C1C305E2F3}"/>
              </a:ext>
            </a:extLst>
          </p:cNvPr>
          <p:cNvSpPr/>
          <p:nvPr/>
        </p:nvSpPr>
        <p:spPr>
          <a:xfrm>
            <a:off x="772820" y="191835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21" name="Text 21">
            <a:extLst>
              <a:ext uri="{FF2B5EF4-FFF2-40B4-BE49-F238E27FC236}">
                <a16:creationId xmlns:a16="http://schemas.microsoft.com/office/drawing/2014/main" id="{2DAAB2FC-2C5E-7EC7-432B-6145056A34C5}"/>
              </a:ext>
            </a:extLst>
          </p:cNvPr>
          <p:cNvSpPr txBox="1"/>
          <p:nvPr/>
        </p:nvSpPr>
        <p:spPr>
          <a:xfrm>
            <a:off x="808820" y="191835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122" name="Text 22">
            <a:extLst>
              <a:ext uri="{FF2B5EF4-FFF2-40B4-BE49-F238E27FC236}">
                <a16:creationId xmlns:a16="http://schemas.microsoft.com/office/drawing/2014/main" id="{B8DC0306-D441-287C-C0B5-FF02E87FB6A7}"/>
              </a:ext>
            </a:extLst>
          </p:cNvPr>
          <p:cNvSpPr txBox="1"/>
          <p:nvPr/>
        </p:nvSpPr>
        <p:spPr>
          <a:xfrm>
            <a:off x="1384820" y="191835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123" name="Shape 23">
            <a:extLst>
              <a:ext uri="{FF2B5EF4-FFF2-40B4-BE49-F238E27FC236}">
                <a16:creationId xmlns:a16="http://schemas.microsoft.com/office/drawing/2014/main" id="{D29117C8-48DD-E903-4A0E-BC8297BA01E1}"/>
              </a:ext>
            </a:extLst>
          </p:cNvPr>
          <p:cNvSpPr/>
          <p:nvPr/>
        </p:nvSpPr>
        <p:spPr>
          <a:xfrm>
            <a:off x="772820" y="2069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24" name="Text 24">
            <a:extLst>
              <a:ext uri="{FF2B5EF4-FFF2-40B4-BE49-F238E27FC236}">
                <a16:creationId xmlns:a16="http://schemas.microsoft.com/office/drawing/2014/main" id="{AD56B2AB-1EC6-2BE3-4168-C749A161F5D7}"/>
              </a:ext>
            </a:extLst>
          </p:cNvPr>
          <p:cNvSpPr txBox="1"/>
          <p:nvPr/>
        </p:nvSpPr>
        <p:spPr>
          <a:xfrm>
            <a:off x="808820" y="2102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125" name="Text 25">
            <a:extLst>
              <a:ext uri="{FF2B5EF4-FFF2-40B4-BE49-F238E27FC236}">
                <a16:creationId xmlns:a16="http://schemas.microsoft.com/office/drawing/2014/main" id="{96A27347-EA4E-9980-F5AF-E60188E256A9}"/>
              </a:ext>
            </a:extLst>
          </p:cNvPr>
          <p:cNvSpPr txBox="1"/>
          <p:nvPr/>
        </p:nvSpPr>
        <p:spPr>
          <a:xfrm>
            <a:off x="1384820" y="2102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126" name="Text 26">
            <a:extLst>
              <a:ext uri="{FF2B5EF4-FFF2-40B4-BE49-F238E27FC236}">
                <a16:creationId xmlns:a16="http://schemas.microsoft.com/office/drawing/2014/main" id="{0315A1A5-9715-0B26-8170-CE060AA8460B}"/>
              </a:ext>
            </a:extLst>
          </p:cNvPr>
          <p:cNvSpPr txBox="1"/>
          <p:nvPr/>
        </p:nvSpPr>
        <p:spPr>
          <a:xfrm>
            <a:off x="1384820" y="2203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127" name="Shape 27">
            <a:extLst>
              <a:ext uri="{FF2B5EF4-FFF2-40B4-BE49-F238E27FC236}">
                <a16:creationId xmlns:a16="http://schemas.microsoft.com/office/drawing/2014/main" id="{4FE6EB67-F7B1-E86A-F6C6-D4ADAC164701}"/>
              </a:ext>
            </a:extLst>
          </p:cNvPr>
          <p:cNvSpPr/>
          <p:nvPr/>
        </p:nvSpPr>
        <p:spPr>
          <a:xfrm>
            <a:off x="772820" y="2379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28" name="Text 28">
            <a:extLst>
              <a:ext uri="{FF2B5EF4-FFF2-40B4-BE49-F238E27FC236}">
                <a16:creationId xmlns:a16="http://schemas.microsoft.com/office/drawing/2014/main" id="{316925D7-4EC8-50DF-4851-D89D4F8AB822}"/>
              </a:ext>
            </a:extLst>
          </p:cNvPr>
          <p:cNvSpPr txBox="1"/>
          <p:nvPr/>
        </p:nvSpPr>
        <p:spPr>
          <a:xfrm>
            <a:off x="808820" y="2411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129" name="Text 29">
            <a:extLst>
              <a:ext uri="{FF2B5EF4-FFF2-40B4-BE49-F238E27FC236}">
                <a16:creationId xmlns:a16="http://schemas.microsoft.com/office/drawing/2014/main" id="{BA2CC395-A683-0821-3228-98503902566D}"/>
              </a:ext>
            </a:extLst>
          </p:cNvPr>
          <p:cNvSpPr txBox="1"/>
          <p:nvPr/>
        </p:nvSpPr>
        <p:spPr>
          <a:xfrm>
            <a:off x="1384820" y="2411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130" name="Text 30">
            <a:extLst>
              <a:ext uri="{FF2B5EF4-FFF2-40B4-BE49-F238E27FC236}">
                <a16:creationId xmlns:a16="http://schemas.microsoft.com/office/drawing/2014/main" id="{3E2E30DE-607D-9EC6-F550-F43FC3C06039}"/>
              </a:ext>
            </a:extLst>
          </p:cNvPr>
          <p:cNvSpPr txBox="1"/>
          <p:nvPr/>
        </p:nvSpPr>
        <p:spPr>
          <a:xfrm>
            <a:off x="1384820" y="25127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131" name="Shape 31">
            <a:extLst>
              <a:ext uri="{FF2B5EF4-FFF2-40B4-BE49-F238E27FC236}">
                <a16:creationId xmlns:a16="http://schemas.microsoft.com/office/drawing/2014/main" id="{13538567-1FD3-473A-BB4A-CD9079F017E5}"/>
              </a:ext>
            </a:extLst>
          </p:cNvPr>
          <p:cNvSpPr/>
          <p:nvPr/>
        </p:nvSpPr>
        <p:spPr>
          <a:xfrm>
            <a:off x="772820" y="2619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32" name="Text 32">
            <a:extLst>
              <a:ext uri="{FF2B5EF4-FFF2-40B4-BE49-F238E27FC236}">
                <a16:creationId xmlns:a16="http://schemas.microsoft.com/office/drawing/2014/main" id="{C2BF095D-01C6-C0AF-85D7-B016E5879EFB}"/>
              </a:ext>
            </a:extLst>
          </p:cNvPr>
          <p:cNvSpPr txBox="1"/>
          <p:nvPr/>
        </p:nvSpPr>
        <p:spPr>
          <a:xfrm>
            <a:off x="808820" y="2652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133" name="Text 33">
            <a:extLst>
              <a:ext uri="{FF2B5EF4-FFF2-40B4-BE49-F238E27FC236}">
                <a16:creationId xmlns:a16="http://schemas.microsoft.com/office/drawing/2014/main" id="{8BA5A06D-417D-E41A-2ED8-9C923BC67892}"/>
              </a:ext>
            </a:extLst>
          </p:cNvPr>
          <p:cNvSpPr txBox="1"/>
          <p:nvPr/>
        </p:nvSpPr>
        <p:spPr>
          <a:xfrm>
            <a:off x="1384820" y="2652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134" name="Text 34">
            <a:extLst>
              <a:ext uri="{FF2B5EF4-FFF2-40B4-BE49-F238E27FC236}">
                <a16:creationId xmlns:a16="http://schemas.microsoft.com/office/drawing/2014/main" id="{C2687695-5E1B-98F2-C3D0-B1CBED53CDFE}"/>
              </a:ext>
            </a:extLst>
          </p:cNvPr>
          <p:cNvSpPr txBox="1"/>
          <p:nvPr/>
        </p:nvSpPr>
        <p:spPr>
          <a:xfrm>
            <a:off x="1384820" y="27539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135" name="Shape 35">
            <a:extLst>
              <a:ext uri="{FF2B5EF4-FFF2-40B4-BE49-F238E27FC236}">
                <a16:creationId xmlns:a16="http://schemas.microsoft.com/office/drawing/2014/main" id="{CBD833EA-1AE3-C56B-0BCF-EC13F01FC9DD}"/>
              </a:ext>
            </a:extLst>
          </p:cNvPr>
          <p:cNvSpPr/>
          <p:nvPr/>
        </p:nvSpPr>
        <p:spPr>
          <a:xfrm>
            <a:off x="772820" y="28611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36" name="Text 36">
            <a:extLst>
              <a:ext uri="{FF2B5EF4-FFF2-40B4-BE49-F238E27FC236}">
                <a16:creationId xmlns:a16="http://schemas.microsoft.com/office/drawing/2014/main" id="{40417AC4-95E6-6914-DCB7-BDD9FBF7B8A6}"/>
              </a:ext>
            </a:extLst>
          </p:cNvPr>
          <p:cNvSpPr txBox="1"/>
          <p:nvPr/>
        </p:nvSpPr>
        <p:spPr>
          <a:xfrm>
            <a:off x="808820" y="28935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137" name="Text 37">
            <a:extLst>
              <a:ext uri="{FF2B5EF4-FFF2-40B4-BE49-F238E27FC236}">
                <a16:creationId xmlns:a16="http://schemas.microsoft.com/office/drawing/2014/main" id="{6CAF515B-3D67-7F95-4D94-78A5704AB834}"/>
              </a:ext>
            </a:extLst>
          </p:cNvPr>
          <p:cNvSpPr txBox="1"/>
          <p:nvPr/>
        </p:nvSpPr>
        <p:spPr>
          <a:xfrm>
            <a:off x="1384820" y="28935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138" name="Text 38">
            <a:extLst>
              <a:ext uri="{FF2B5EF4-FFF2-40B4-BE49-F238E27FC236}">
                <a16:creationId xmlns:a16="http://schemas.microsoft.com/office/drawing/2014/main" id="{355C4361-D1EF-251D-28FA-846BBC2710F5}"/>
              </a:ext>
            </a:extLst>
          </p:cNvPr>
          <p:cNvSpPr txBox="1"/>
          <p:nvPr/>
        </p:nvSpPr>
        <p:spPr>
          <a:xfrm>
            <a:off x="1384820" y="299511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139" name="Shape 39">
            <a:extLst>
              <a:ext uri="{FF2B5EF4-FFF2-40B4-BE49-F238E27FC236}">
                <a16:creationId xmlns:a16="http://schemas.microsoft.com/office/drawing/2014/main" id="{29255933-9736-C936-B6D0-9C8A749D652E}"/>
              </a:ext>
            </a:extLst>
          </p:cNvPr>
          <p:cNvSpPr/>
          <p:nvPr/>
        </p:nvSpPr>
        <p:spPr>
          <a:xfrm>
            <a:off x="772820" y="317007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1F01A458-C1E4-C3C6-39CC-48F8F3BBFECD}"/>
              </a:ext>
            </a:extLst>
          </p:cNvPr>
          <p:cNvSpPr txBox="1"/>
          <p:nvPr/>
        </p:nvSpPr>
        <p:spPr>
          <a:xfrm>
            <a:off x="808820" y="317007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141" name="Text 41">
            <a:extLst>
              <a:ext uri="{FF2B5EF4-FFF2-40B4-BE49-F238E27FC236}">
                <a16:creationId xmlns:a16="http://schemas.microsoft.com/office/drawing/2014/main" id="{841A64F6-D4E9-896C-88E5-70E2AF5DB1DA}"/>
              </a:ext>
            </a:extLst>
          </p:cNvPr>
          <p:cNvSpPr txBox="1"/>
          <p:nvPr/>
        </p:nvSpPr>
        <p:spPr>
          <a:xfrm>
            <a:off x="1384820" y="317007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142" name="Shape 42">
            <a:extLst>
              <a:ext uri="{FF2B5EF4-FFF2-40B4-BE49-F238E27FC236}">
                <a16:creationId xmlns:a16="http://schemas.microsoft.com/office/drawing/2014/main" id="{0ACAF398-D202-B7D2-9DEA-EBC498685FEA}"/>
              </a:ext>
            </a:extLst>
          </p:cNvPr>
          <p:cNvSpPr/>
          <p:nvPr/>
        </p:nvSpPr>
        <p:spPr>
          <a:xfrm>
            <a:off x="772820" y="3321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43" name="Text 43">
            <a:extLst>
              <a:ext uri="{FF2B5EF4-FFF2-40B4-BE49-F238E27FC236}">
                <a16:creationId xmlns:a16="http://schemas.microsoft.com/office/drawing/2014/main" id="{64F95FDA-E1A0-2D16-E8F4-BE4230AC2ED2}"/>
              </a:ext>
            </a:extLst>
          </p:cNvPr>
          <p:cNvSpPr txBox="1"/>
          <p:nvPr/>
        </p:nvSpPr>
        <p:spPr>
          <a:xfrm>
            <a:off x="808820" y="3354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144" name="Text 44">
            <a:extLst>
              <a:ext uri="{FF2B5EF4-FFF2-40B4-BE49-F238E27FC236}">
                <a16:creationId xmlns:a16="http://schemas.microsoft.com/office/drawing/2014/main" id="{4F999964-DD25-9F6A-FF33-E3F88C9C22A3}"/>
              </a:ext>
            </a:extLst>
          </p:cNvPr>
          <p:cNvSpPr txBox="1"/>
          <p:nvPr/>
        </p:nvSpPr>
        <p:spPr>
          <a:xfrm>
            <a:off x="1384820" y="3354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145" name="Text 45">
            <a:extLst>
              <a:ext uri="{FF2B5EF4-FFF2-40B4-BE49-F238E27FC236}">
                <a16:creationId xmlns:a16="http://schemas.microsoft.com/office/drawing/2014/main" id="{EE690804-891B-0D4A-2B4B-38C9A921B804}"/>
              </a:ext>
            </a:extLst>
          </p:cNvPr>
          <p:cNvSpPr txBox="1"/>
          <p:nvPr/>
        </p:nvSpPr>
        <p:spPr>
          <a:xfrm>
            <a:off x="1384820" y="345555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146" name="Shape 46">
            <a:extLst>
              <a:ext uri="{FF2B5EF4-FFF2-40B4-BE49-F238E27FC236}">
                <a16:creationId xmlns:a16="http://schemas.microsoft.com/office/drawing/2014/main" id="{235DC0EE-44F2-6CFD-E4AC-6BB9A30D8258}"/>
              </a:ext>
            </a:extLst>
          </p:cNvPr>
          <p:cNvSpPr/>
          <p:nvPr/>
        </p:nvSpPr>
        <p:spPr>
          <a:xfrm>
            <a:off x="772820" y="35628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47" name="Text 47">
            <a:extLst>
              <a:ext uri="{FF2B5EF4-FFF2-40B4-BE49-F238E27FC236}">
                <a16:creationId xmlns:a16="http://schemas.microsoft.com/office/drawing/2014/main" id="{D568581A-E4FC-0A30-18C7-D20DFA550CF7}"/>
              </a:ext>
            </a:extLst>
          </p:cNvPr>
          <p:cNvSpPr txBox="1"/>
          <p:nvPr/>
        </p:nvSpPr>
        <p:spPr>
          <a:xfrm>
            <a:off x="808820" y="35952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148" name="Text 48">
            <a:extLst>
              <a:ext uri="{FF2B5EF4-FFF2-40B4-BE49-F238E27FC236}">
                <a16:creationId xmlns:a16="http://schemas.microsoft.com/office/drawing/2014/main" id="{8C0F0DC6-E77A-A364-623D-49F97311A8EE}"/>
              </a:ext>
            </a:extLst>
          </p:cNvPr>
          <p:cNvSpPr txBox="1"/>
          <p:nvPr/>
        </p:nvSpPr>
        <p:spPr>
          <a:xfrm>
            <a:off x="1384820" y="35952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149" name="Text 49">
            <a:extLst>
              <a:ext uri="{FF2B5EF4-FFF2-40B4-BE49-F238E27FC236}">
                <a16:creationId xmlns:a16="http://schemas.microsoft.com/office/drawing/2014/main" id="{2DE327D7-0FF1-D18B-5D7E-5900F765B616}"/>
              </a:ext>
            </a:extLst>
          </p:cNvPr>
          <p:cNvSpPr txBox="1"/>
          <p:nvPr/>
        </p:nvSpPr>
        <p:spPr>
          <a:xfrm>
            <a:off x="1384820" y="369675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150" name="Shape 50">
            <a:extLst>
              <a:ext uri="{FF2B5EF4-FFF2-40B4-BE49-F238E27FC236}">
                <a16:creationId xmlns:a16="http://schemas.microsoft.com/office/drawing/2014/main" id="{A97158C3-645C-6D0F-76B7-C3CE47FF75B1}"/>
              </a:ext>
            </a:extLst>
          </p:cNvPr>
          <p:cNvSpPr/>
          <p:nvPr/>
        </p:nvSpPr>
        <p:spPr>
          <a:xfrm>
            <a:off x="772820" y="3872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51" name="Text 51">
            <a:extLst>
              <a:ext uri="{FF2B5EF4-FFF2-40B4-BE49-F238E27FC236}">
                <a16:creationId xmlns:a16="http://schemas.microsoft.com/office/drawing/2014/main" id="{8CF0A03E-7C2C-A0EC-2E4C-9FAEE66613C3}"/>
              </a:ext>
            </a:extLst>
          </p:cNvPr>
          <p:cNvSpPr txBox="1"/>
          <p:nvPr/>
        </p:nvSpPr>
        <p:spPr>
          <a:xfrm>
            <a:off x="808820" y="3904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152" name="Text 52">
            <a:extLst>
              <a:ext uri="{FF2B5EF4-FFF2-40B4-BE49-F238E27FC236}">
                <a16:creationId xmlns:a16="http://schemas.microsoft.com/office/drawing/2014/main" id="{4F9255C3-2EA7-CA34-A67F-AE469159ABF3}"/>
              </a:ext>
            </a:extLst>
          </p:cNvPr>
          <p:cNvSpPr txBox="1"/>
          <p:nvPr/>
        </p:nvSpPr>
        <p:spPr>
          <a:xfrm>
            <a:off x="1384820" y="3904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153" name="Text 53">
            <a:extLst>
              <a:ext uri="{FF2B5EF4-FFF2-40B4-BE49-F238E27FC236}">
                <a16:creationId xmlns:a16="http://schemas.microsoft.com/office/drawing/2014/main" id="{A9FDDDB3-FB90-9E86-40C9-3C67B8FB4693}"/>
              </a:ext>
            </a:extLst>
          </p:cNvPr>
          <p:cNvSpPr txBox="1"/>
          <p:nvPr/>
        </p:nvSpPr>
        <p:spPr>
          <a:xfrm>
            <a:off x="1384820" y="400563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154" name="Shape 54">
            <a:extLst>
              <a:ext uri="{FF2B5EF4-FFF2-40B4-BE49-F238E27FC236}">
                <a16:creationId xmlns:a16="http://schemas.microsoft.com/office/drawing/2014/main" id="{84D98606-8346-2368-898D-F416789E7945}"/>
              </a:ext>
            </a:extLst>
          </p:cNvPr>
          <p:cNvSpPr/>
          <p:nvPr/>
        </p:nvSpPr>
        <p:spPr>
          <a:xfrm>
            <a:off x="772820" y="4112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55" name="Text 55">
            <a:extLst>
              <a:ext uri="{FF2B5EF4-FFF2-40B4-BE49-F238E27FC236}">
                <a16:creationId xmlns:a16="http://schemas.microsoft.com/office/drawing/2014/main" id="{9F9E03F7-F132-E74D-4C77-98477FFD8E98}"/>
              </a:ext>
            </a:extLst>
          </p:cNvPr>
          <p:cNvSpPr txBox="1"/>
          <p:nvPr/>
        </p:nvSpPr>
        <p:spPr>
          <a:xfrm>
            <a:off x="808820" y="4145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156" name="Text 56">
            <a:extLst>
              <a:ext uri="{FF2B5EF4-FFF2-40B4-BE49-F238E27FC236}">
                <a16:creationId xmlns:a16="http://schemas.microsoft.com/office/drawing/2014/main" id="{D2F2E148-9122-BBAB-5A29-4BA9DE2AD11D}"/>
              </a:ext>
            </a:extLst>
          </p:cNvPr>
          <p:cNvSpPr txBox="1"/>
          <p:nvPr/>
        </p:nvSpPr>
        <p:spPr>
          <a:xfrm>
            <a:off x="1384820" y="4145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157" name="Text 57">
            <a:extLst>
              <a:ext uri="{FF2B5EF4-FFF2-40B4-BE49-F238E27FC236}">
                <a16:creationId xmlns:a16="http://schemas.microsoft.com/office/drawing/2014/main" id="{DB85E0ED-BE5F-E0ED-4002-40549C56BCE6}"/>
              </a:ext>
            </a:extLst>
          </p:cNvPr>
          <p:cNvSpPr txBox="1"/>
          <p:nvPr/>
        </p:nvSpPr>
        <p:spPr>
          <a:xfrm>
            <a:off x="1384820" y="4246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158" name="Shape 58">
            <a:extLst>
              <a:ext uri="{FF2B5EF4-FFF2-40B4-BE49-F238E27FC236}">
                <a16:creationId xmlns:a16="http://schemas.microsoft.com/office/drawing/2014/main" id="{0C3006A9-C9EF-EAA3-EA88-A767CBBD97C3}"/>
              </a:ext>
            </a:extLst>
          </p:cNvPr>
          <p:cNvSpPr/>
          <p:nvPr/>
        </p:nvSpPr>
        <p:spPr>
          <a:xfrm>
            <a:off x="772820" y="442179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59" name="Text 59">
            <a:extLst>
              <a:ext uri="{FF2B5EF4-FFF2-40B4-BE49-F238E27FC236}">
                <a16:creationId xmlns:a16="http://schemas.microsoft.com/office/drawing/2014/main" id="{59954D78-DFA3-E58A-85C2-E47E0E14E685}"/>
              </a:ext>
            </a:extLst>
          </p:cNvPr>
          <p:cNvSpPr txBox="1"/>
          <p:nvPr/>
        </p:nvSpPr>
        <p:spPr>
          <a:xfrm>
            <a:off x="808820" y="442179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160" name="Text 60">
            <a:extLst>
              <a:ext uri="{FF2B5EF4-FFF2-40B4-BE49-F238E27FC236}">
                <a16:creationId xmlns:a16="http://schemas.microsoft.com/office/drawing/2014/main" id="{1EF52C92-22AC-7CF5-FE84-02700B91E4A1}"/>
              </a:ext>
            </a:extLst>
          </p:cNvPr>
          <p:cNvSpPr txBox="1"/>
          <p:nvPr/>
        </p:nvSpPr>
        <p:spPr>
          <a:xfrm>
            <a:off x="1384820" y="442179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161" name="Shape 61">
            <a:extLst>
              <a:ext uri="{FF2B5EF4-FFF2-40B4-BE49-F238E27FC236}">
                <a16:creationId xmlns:a16="http://schemas.microsoft.com/office/drawing/2014/main" id="{3EC48E3A-6759-D40E-9C86-5EBB56A66B7C}"/>
              </a:ext>
            </a:extLst>
          </p:cNvPr>
          <p:cNvSpPr/>
          <p:nvPr/>
        </p:nvSpPr>
        <p:spPr>
          <a:xfrm>
            <a:off x="772820" y="4638514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162" name="Text 63">
            <a:extLst>
              <a:ext uri="{FF2B5EF4-FFF2-40B4-BE49-F238E27FC236}">
                <a16:creationId xmlns:a16="http://schemas.microsoft.com/office/drawing/2014/main" id="{B5D6852B-5EF1-FE35-ED7D-6C42289B0037}"/>
              </a:ext>
            </a:extLst>
          </p:cNvPr>
          <p:cNvSpPr txBox="1"/>
          <p:nvPr/>
        </p:nvSpPr>
        <p:spPr>
          <a:xfrm>
            <a:off x="772820" y="4730314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164" name="Shape 0">
            <a:extLst>
              <a:ext uri="{FF2B5EF4-FFF2-40B4-BE49-F238E27FC236}">
                <a16:creationId xmlns:a16="http://schemas.microsoft.com/office/drawing/2014/main" id="{FB85E23A-CFF5-C102-ECE0-32CFEB45B24B}"/>
              </a:ext>
            </a:extLst>
          </p:cNvPr>
          <p:cNvSpPr/>
          <p:nvPr/>
        </p:nvSpPr>
        <p:spPr>
          <a:xfrm>
            <a:off x="3788583" y="536314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165" name="Shape 1">
            <a:extLst>
              <a:ext uri="{FF2B5EF4-FFF2-40B4-BE49-F238E27FC236}">
                <a16:creationId xmlns:a16="http://schemas.microsoft.com/office/drawing/2014/main" id="{DE0F3368-79ED-7EAE-9CF9-260E8EA952D9}"/>
              </a:ext>
            </a:extLst>
          </p:cNvPr>
          <p:cNvSpPr/>
          <p:nvPr/>
        </p:nvSpPr>
        <p:spPr>
          <a:xfrm>
            <a:off x="4022583" y="73431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66" name="Text 2">
            <a:extLst>
              <a:ext uri="{FF2B5EF4-FFF2-40B4-BE49-F238E27FC236}">
                <a16:creationId xmlns:a16="http://schemas.microsoft.com/office/drawing/2014/main" id="{C1DB9D4F-2164-813F-178B-3184024634A6}"/>
              </a:ext>
            </a:extLst>
          </p:cNvPr>
          <p:cNvSpPr txBox="1"/>
          <p:nvPr/>
        </p:nvSpPr>
        <p:spPr>
          <a:xfrm>
            <a:off x="4058583" y="73431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167" name="Text 3">
            <a:extLst>
              <a:ext uri="{FF2B5EF4-FFF2-40B4-BE49-F238E27FC236}">
                <a16:creationId xmlns:a16="http://schemas.microsoft.com/office/drawing/2014/main" id="{071F76EB-28BD-B737-F7B5-B3D6983D3B7A}"/>
              </a:ext>
            </a:extLst>
          </p:cNvPr>
          <p:cNvSpPr txBox="1"/>
          <p:nvPr/>
        </p:nvSpPr>
        <p:spPr>
          <a:xfrm>
            <a:off x="4634583" y="73431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168" name="Shape 4">
            <a:extLst>
              <a:ext uri="{FF2B5EF4-FFF2-40B4-BE49-F238E27FC236}">
                <a16:creationId xmlns:a16="http://schemas.microsoft.com/office/drawing/2014/main" id="{4F36BD74-CB55-ED11-E7F5-8F4ADA7D8B1C}"/>
              </a:ext>
            </a:extLst>
          </p:cNvPr>
          <p:cNvSpPr/>
          <p:nvPr/>
        </p:nvSpPr>
        <p:spPr>
          <a:xfrm>
            <a:off x="4022583" y="8862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69" name="Text 5">
            <a:extLst>
              <a:ext uri="{FF2B5EF4-FFF2-40B4-BE49-F238E27FC236}">
                <a16:creationId xmlns:a16="http://schemas.microsoft.com/office/drawing/2014/main" id="{CF95CECB-C5FC-B30E-12A9-D862C64C76C4}"/>
              </a:ext>
            </a:extLst>
          </p:cNvPr>
          <p:cNvSpPr txBox="1"/>
          <p:nvPr/>
        </p:nvSpPr>
        <p:spPr>
          <a:xfrm>
            <a:off x="4058583" y="9186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170" name="Text 6">
            <a:extLst>
              <a:ext uri="{FF2B5EF4-FFF2-40B4-BE49-F238E27FC236}">
                <a16:creationId xmlns:a16="http://schemas.microsoft.com/office/drawing/2014/main" id="{C200843E-CC96-97E1-F052-B5A2AE7B8604}"/>
              </a:ext>
            </a:extLst>
          </p:cNvPr>
          <p:cNvSpPr txBox="1"/>
          <p:nvPr/>
        </p:nvSpPr>
        <p:spPr>
          <a:xfrm>
            <a:off x="4634583" y="9186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171" name="Text 7">
            <a:extLst>
              <a:ext uri="{FF2B5EF4-FFF2-40B4-BE49-F238E27FC236}">
                <a16:creationId xmlns:a16="http://schemas.microsoft.com/office/drawing/2014/main" id="{64961603-C64C-4D1D-B4D4-8F872342AC6F}"/>
              </a:ext>
            </a:extLst>
          </p:cNvPr>
          <p:cNvSpPr txBox="1"/>
          <p:nvPr/>
        </p:nvSpPr>
        <p:spPr>
          <a:xfrm>
            <a:off x="4634583" y="10197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172" name="Shape 8">
            <a:extLst>
              <a:ext uri="{FF2B5EF4-FFF2-40B4-BE49-F238E27FC236}">
                <a16:creationId xmlns:a16="http://schemas.microsoft.com/office/drawing/2014/main" id="{A26979B3-D3A4-4281-C8F8-52FFC376926E}"/>
              </a:ext>
            </a:extLst>
          </p:cNvPr>
          <p:cNvSpPr/>
          <p:nvPr/>
        </p:nvSpPr>
        <p:spPr>
          <a:xfrm>
            <a:off x="4022583" y="1127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73" name="Text 9">
            <a:extLst>
              <a:ext uri="{FF2B5EF4-FFF2-40B4-BE49-F238E27FC236}">
                <a16:creationId xmlns:a16="http://schemas.microsoft.com/office/drawing/2014/main" id="{6A152D10-8D01-3503-5B72-546054F0BA96}"/>
              </a:ext>
            </a:extLst>
          </p:cNvPr>
          <p:cNvSpPr txBox="1"/>
          <p:nvPr/>
        </p:nvSpPr>
        <p:spPr>
          <a:xfrm>
            <a:off x="4058583" y="1159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174" name="Text 10">
            <a:extLst>
              <a:ext uri="{FF2B5EF4-FFF2-40B4-BE49-F238E27FC236}">
                <a16:creationId xmlns:a16="http://schemas.microsoft.com/office/drawing/2014/main" id="{2EE5F04A-8913-7344-CD59-434C1247CB61}"/>
              </a:ext>
            </a:extLst>
          </p:cNvPr>
          <p:cNvSpPr txBox="1"/>
          <p:nvPr/>
        </p:nvSpPr>
        <p:spPr>
          <a:xfrm>
            <a:off x="4634583" y="1159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175" name="Text 11">
            <a:extLst>
              <a:ext uri="{FF2B5EF4-FFF2-40B4-BE49-F238E27FC236}">
                <a16:creationId xmlns:a16="http://schemas.microsoft.com/office/drawing/2014/main" id="{4B11DECE-8CE4-4E5C-2267-3C871D00E6D4}"/>
              </a:ext>
            </a:extLst>
          </p:cNvPr>
          <p:cNvSpPr txBox="1"/>
          <p:nvPr/>
        </p:nvSpPr>
        <p:spPr>
          <a:xfrm>
            <a:off x="4634583" y="12609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176" name="Shape 12">
            <a:extLst>
              <a:ext uri="{FF2B5EF4-FFF2-40B4-BE49-F238E27FC236}">
                <a16:creationId xmlns:a16="http://schemas.microsoft.com/office/drawing/2014/main" id="{649EFA4A-A88A-E636-E11C-C5D1804AF032}"/>
              </a:ext>
            </a:extLst>
          </p:cNvPr>
          <p:cNvSpPr/>
          <p:nvPr/>
        </p:nvSpPr>
        <p:spPr>
          <a:xfrm>
            <a:off x="4022583" y="13682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77" name="Text 13">
            <a:extLst>
              <a:ext uri="{FF2B5EF4-FFF2-40B4-BE49-F238E27FC236}">
                <a16:creationId xmlns:a16="http://schemas.microsoft.com/office/drawing/2014/main" id="{843AAF5A-4931-822C-CFA5-7C88684E9264}"/>
              </a:ext>
            </a:extLst>
          </p:cNvPr>
          <p:cNvSpPr txBox="1"/>
          <p:nvPr/>
        </p:nvSpPr>
        <p:spPr>
          <a:xfrm>
            <a:off x="4058583" y="14006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178" name="Text 14">
            <a:extLst>
              <a:ext uri="{FF2B5EF4-FFF2-40B4-BE49-F238E27FC236}">
                <a16:creationId xmlns:a16="http://schemas.microsoft.com/office/drawing/2014/main" id="{61D32BE5-379A-5FE9-31D0-AB89951A319D}"/>
              </a:ext>
            </a:extLst>
          </p:cNvPr>
          <p:cNvSpPr txBox="1"/>
          <p:nvPr/>
        </p:nvSpPr>
        <p:spPr>
          <a:xfrm>
            <a:off x="4634583" y="14006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40633B1E-ACAF-7CD5-A319-E6D2F147EACF}"/>
              </a:ext>
            </a:extLst>
          </p:cNvPr>
          <p:cNvSpPr txBox="1"/>
          <p:nvPr/>
        </p:nvSpPr>
        <p:spPr>
          <a:xfrm>
            <a:off x="4634583" y="150219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180" name="Shape 16">
            <a:extLst>
              <a:ext uri="{FF2B5EF4-FFF2-40B4-BE49-F238E27FC236}">
                <a16:creationId xmlns:a16="http://schemas.microsoft.com/office/drawing/2014/main" id="{42080936-D57F-DA56-C442-7F133B1704CA}"/>
              </a:ext>
            </a:extLst>
          </p:cNvPr>
          <p:cNvSpPr/>
          <p:nvPr/>
        </p:nvSpPr>
        <p:spPr>
          <a:xfrm>
            <a:off x="4022583" y="1677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81" name="Text 17">
            <a:extLst>
              <a:ext uri="{FF2B5EF4-FFF2-40B4-BE49-F238E27FC236}">
                <a16:creationId xmlns:a16="http://schemas.microsoft.com/office/drawing/2014/main" id="{285F7718-2B0B-4C0F-550A-3389CD77C981}"/>
              </a:ext>
            </a:extLst>
          </p:cNvPr>
          <p:cNvSpPr txBox="1"/>
          <p:nvPr/>
        </p:nvSpPr>
        <p:spPr>
          <a:xfrm>
            <a:off x="4058583" y="1709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182" name="Text 18">
            <a:extLst>
              <a:ext uri="{FF2B5EF4-FFF2-40B4-BE49-F238E27FC236}">
                <a16:creationId xmlns:a16="http://schemas.microsoft.com/office/drawing/2014/main" id="{3BEB4AE2-E5B3-DCD2-63B4-894CE15497B7}"/>
              </a:ext>
            </a:extLst>
          </p:cNvPr>
          <p:cNvSpPr txBox="1"/>
          <p:nvPr/>
        </p:nvSpPr>
        <p:spPr>
          <a:xfrm>
            <a:off x="4634583" y="1709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183" name="Text 19">
            <a:extLst>
              <a:ext uri="{FF2B5EF4-FFF2-40B4-BE49-F238E27FC236}">
                <a16:creationId xmlns:a16="http://schemas.microsoft.com/office/drawing/2014/main" id="{3EAC39AC-4656-8E82-8922-C2C8FB544A68}"/>
              </a:ext>
            </a:extLst>
          </p:cNvPr>
          <p:cNvSpPr txBox="1"/>
          <p:nvPr/>
        </p:nvSpPr>
        <p:spPr>
          <a:xfrm>
            <a:off x="4634583" y="181107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184" name="Shape 20">
            <a:extLst>
              <a:ext uri="{FF2B5EF4-FFF2-40B4-BE49-F238E27FC236}">
                <a16:creationId xmlns:a16="http://schemas.microsoft.com/office/drawing/2014/main" id="{367A58EE-80A2-BF2F-831F-9DE46F2595FF}"/>
              </a:ext>
            </a:extLst>
          </p:cNvPr>
          <p:cNvSpPr/>
          <p:nvPr/>
        </p:nvSpPr>
        <p:spPr>
          <a:xfrm>
            <a:off x="4022583" y="191835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85" name="Text 21">
            <a:extLst>
              <a:ext uri="{FF2B5EF4-FFF2-40B4-BE49-F238E27FC236}">
                <a16:creationId xmlns:a16="http://schemas.microsoft.com/office/drawing/2014/main" id="{24F4535B-63F8-D681-9ABB-ADE314E67546}"/>
              </a:ext>
            </a:extLst>
          </p:cNvPr>
          <p:cNvSpPr txBox="1"/>
          <p:nvPr/>
        </p:nvSpPr>
        <p:spPr>
          <a:xfrm>
            <a:off x="4058583" y="191835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186" name="Text 22">
            <a:extLst>
              <a:ext uri="{FF2B5EF4-FFF2-40B4-BE49-F238E27FC236}">
                <a16:creationId xmlns:a16="http://schemas.microsoft.com/office/drawing/2014/main" id="{69067489-5CD6-5E10-09C8-BD14A5F301AB}"/>
              </a:ext>
            </a:extLst>
          </p:cNvPr>
          <p:cNvSpPr txBox="1"/>
          <p:nvPr/>
        </p:nvSpPr>
        <p:spPr>
          <a:xfrm>
            <a:off x="4634583" y="191835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187" name="Shape 23">
            <a:extLst>
              <a:ext uri="{FF2B5EF4-FFF2-40B4-BE49-F238E27FC236}">
                <a16:creationId xmlns:a16="http://schemas.microsoft.com/office/drawing/2014/main" id="{1CF2EFD0-D6A4-4ABB-3930-D3D9D0B8010B}"/>
              </a:ext>
            </a:extLst>
          </p:cNvPr>
          <p:cNvSpPr/>
          <p:nvPr/>
        </p:nvSpPr>
        <p:spPr>
          <a:xfrm>
            <a:off x="4022583" y="2069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88" name="Text 24">
            <a:extLst>
              <a:ext uri="{FF2B5EF4-FFF2-40B4-BE49-F238E27FC236}">
                <a16:creationId xmlns:a16="http://schemas.microsoft.com/office/drawing/2014/main" id="{749F1B63-130E-5213-9264-57184EA45C34}"/>
              </a:ext>
            </a:extLst>
          </p:cNvPr>
          <p:cNvSpPr txBox="1"/>
          <p:nvPr/>
        </p:nvSpPr>
        <p:spPr>
          <a:xfrm>
            <a:off x="4058583" y="2102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189" name="Text 25">
            <a:extLst>
              <a:ext uri="{FF2B5EF4-FFF2-40B4-BE49-F238E27FC236}">
                <a16:creationId xmlns:a16="http://schemas.microsoft.com/office/drawing/2014/main" id="{9E9B2ED9-93C1-CAC4-2754-E0FFC1579BB3}"/>
              </a:ext>
            </a:extLst>
          </p:cNvPr>
          <p:cNvSpPr txBox="1"/>
          <p:nvPr/>
        </p:nvSpPr>
        <p:spPr>
          <a:xfrm>
            <a:off x="4634583" y="2102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190" name="Text 26">
            <a:extLst>
              <a:ext uri="{FF2B5EF4-FFF2-40B4-BE49-F238E27FC236}">
                <a16:creationId xmlns:a16="http://schemas.microsoft.com/office/drawing/2014/main" id="{711AE56C-A9F9-D31B-BC48-8B68B5C059A8}"/>
              </a:ext>
            </a:extLst>
          </p:cNvPr>
          <p:cNvSpPr txBox="1"/>
          <p:nvPr/>
        </p:nvSpPr>
        <p:spPr>
          <a:xfrm>
            <a:off x="4634583" y="2203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191" name="Shape 27">
            <a:extLst>
              <a:ext uri="{FF2B5EF4-FFF2-40B4-BE49-F238E27FC236}">
                <a16:creationId xmlns:a16="http://schemas.microsoft.com/office/drawing/2014/main" id="{F679C893-7CB9-FC87-ECB5-4657CC52E9EC}"/>
              </a:ext>
            </a:extLst>
          </p:cNvPr>
          <p:cNvSpPr/>
          <p:nvPr/>
        </p:nvSpPr>
        <p:spPr>
          <a:xfrm>
            <a:off x="4022583" y="2379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92" name="Text 28">
            <a:extLst>
              <a:ext uri="{FF2B5EF4-FFF2-40B4-BE49-F238E27FC236}">
                <a16:creationId xmlns:a16="http://schemas.microsoft.com/office/drawing/2014/main" id="{1881760C-B677-07C0-29BE-1555A1A27C2F}"/>
              </a:ext>
            </a:extLst>
          </p:cNvPr>
          <p:cNvSpPr txBox="1"/>
          <p:nvPr/>
        </p:nvSpPr>
        <p:spPr>
          <a:xfrm>
            <a:off x="4058583" y="2411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193" name="Text 29">
            <a:extLst>
              <a:ext uri="{FF2B5EF4-FFF2-40B4-BE49-F238E27FC236}">
                <a16:creationId xmlns:a16="http://schemas.microsoft.com/office/drawing/2014/main" id="{994ACE55-B2B6-08B2-6B2C-6F6781589684}"/>
              </a:ext>
            </a:extLst>
          </p:cNvPr>
          <p:cNvSpPr txBox="1"/>
          <p:nvPr/>
        </p:nvSpPr>
        <p:spPr>
          <a:xfrm>
            <a:off x="4634583" y="2411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194" name="Text 30">
            <a:extLst>
              <a:ext uri="{FF2B5EF4-FFF2-40B4-BE49-F238E27FC236}">
                <a16:creationId xmlns:a16="http://schemas.microsoft.com/office/drawing/2014/main" id="{E9598840-F0A3-C0E3-6080-359308EF9710}"/>
              </a:ext>
            </a:extLst>
          </p:cNvPr>
          <p:cNvSpPr txBox="1"/>
          <p:nvPr/>
        </p:nvSpPr>
        <p:spPr>
          <a:xfrm>
            <a:off x="4634583" y="25127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195" name="Shape 31">
            <a:extLst>
              <a:ext uri="{FF2B5EF4-FFF2-40B4-BE49-F238E27FC236}">
                <a16:creationId xmlns:a16="http://schemas.microsoft.com/office/drawing/2014/main" id="{DC18E72B-0E4D-AD5C-D1A0-A6E0C54B8D75}"/>
              </a:ext>
            </a:extLst>
          </p:cNvPr>
          <p:cNvSpPr/>
          <p:nvPr/>
        </p:nvSpPr>
        <p:spPr>
          <a:xfrm>
            <a:off x="4022583" y="2619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96" name="Text 32">
            <a:extLst>
              <a:ext uri="{FF2B5EF4-FFF2-40B4-BE49-F238E27FC236}">
                <a16:creationId xmlns:a16="http://schemas.microsoft.com/office/drawing/2014/main" id="{2E63BB5D-D29E-B51A-B929-083B872536F7}"/>
              </a:ext>
            </a:extLst>
          </p:cNvPr>
          <p:cNvSpPr txBox="1"/>
          <p:nvPr/>
        </p:nvSpPr>
        <p:spPr>
          <a:xfrm>
            <a:off x="4058583" y="2652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197" name="Text 33">
            <a:extLst>
              <a:ext uri="{FF2B5EF4-FFF2-40B4-BE49-F238E27FC236}">
                <a16:creationId xmlns:a16="http://schemas.microsoft.com/office/drawing/2014/main" id="{A1196E5A-428F-D898-DFFE-E942224E4B05}"/>
              </a:ext>
            </a:extLst>
          </p:cNvPr>
          <p:cNvSpPr txBox="1"/>
          <p:nvPr/>
        </p:nvSpPr>
        <p:spPr>
          <a:xfrm>
            <a:off x="4634583" y="2652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198" name="Text 34">
            <a:extLst>
              <a:ext uri="{FF2B5EF4-FFF2-40B4-BE49-F238E27FC236}">
                <a16:creationId xmlns:a16="http://schemas.microsoft.com/office/drawing/2014/main" id="{14036EAF-973E-49FC-D1D5-D518EA5D9368}"/>
              </a:ext>
            </a:extLst>
          </p:cNvPr>
          <p:cNvSpPr txBox="1"/>
          <p:nvPr/>
        </p:nvSpPr>
        <p:spPr>
          <a:xfrm>
            <a:off x="4634583" y="27539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199" name="Shape 35">
            <a:extLst>
              <a:ext uri="{FF2B5EF4-FFF2-40B4-BE49-F238E27FC236}">
                <a16:creationId xmlns:a16="http://schemas.microsoft.com/office/drawing/2014/main" id="{0C345631-4327-95B5-72E7-3A1420DA718A}"/>
              </a:ext>
            </a:extLst>
          </p:cNvPr>
          <p:cNvSpPr/>
          <p:nvPr/>
        </p:nvSpPr>
        <p:spPr>
          <a:xfrm>
            <a:off x="4022583" y="28611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00" name="Text 36">
            <a:extLst>
              <a:ext uri="{FF2B5EF4-FFF2-40B4-BE49-F238E27FC236}">
                <a16:creationId xmlns:a16="http://schemas.microsoft.com/office/drawing/2014/main" id="{30979EAC-D583-79C0-30EC-73F89EE4E12D}"/>
              </a:ext>
            </a:extLst>
          </p:cNvPr>
          <p:cNvSpPr txBox="1"/>
          <p:nvPr/>
        </p:nvSpPr>
        <p:spPr>
          <a:xfrm>
            <a:off x="4058583" y="28935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201" name="Text 37">
            <a:extLst>
              <a:ext uri="{FF2B5EF4-FFF2-40B4-BE49-F238E27FC236}">
                <a16:creationId xmlns:a16="http://schemas.microsoft.com/office/drawing/2014/main" id="{9633E475-9086-4F65-2242-8DEC6FF097D2}"/>
              </a:ext>
            </a:extLst>
          </p:cNvPr>
          <p:cNvSpPr txBox="1"/>
          <p:nvPr/>
        </p:nvSpPr>
        <p:spPr>
          <a:xfrm>
            <a:off x="4634583" y="28935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202" name="Text 38">
            <a:extLst>
              <a:ext uri="{FF2B5EF4-FFF2-40B4-BE49-F238E27FC236}">
                <a16:creationId xmlns:a16="http://schemas.microsoft.com/office/drawing/2014/main" id="{CAC7BC22-AC56-1491-E9A2-5AA104047C14}"/>
              </a:ext>
            </a:extLst>
          </p:cNvPr>
          <p:cNvSpPr txBox="1"/>
          <p:nvPr/>
        </p:nvSpPr>
        <p:spPr>
          <a:xfrm>
            <a:off x="4634583" y="299511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203" name="Shape 39">
            <a:extLst>
              <a:ext uri="{FF2B5EF4-FFF2-40B4-BE49-F238E27FC236}">
                <a16:creationId xmlns:a16="http://schemas.microsoft.com/office/drawing/2014/main" id="{F0CC4DBE-06D8-3092-500F-D3D971768398}"/>
              </a:ext>
            </a:extLst>
          </p:cNvPr>
          <p:cNvSpPr/>
          <p:nvPr/>
        </p:nvSpPr>
        <p:spPr>
          <a:xfrm>
            <a:off x="4022583" y="317007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04" name="Text 40">
            <a:extLst>
              <a:ext uri="{FF2B5EF4-FFF2-40B4-BE49-F238E27FC236}">
                <a16:creationId xmlns:a16="http://schemas.microsoft.com/office/drawing/2014/main" id="{A7CD4F6A-6EF8-27AC-89D4-E10CDC13F113}"/>
              </a:ext>
            </a:extLst>
          </p:cNvPr>
          <p:cNvSpPr txBox="1"/>
          <p:nvPr/>
        </p:nvSpPr>
        <p:spPr>
          <a:xfrm>
            <a:off x="4058583" y="317007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205" name="Text 41">
            <a:extLst>
              <a:ext uri="{FF2B5EF4-FFF2-40B4-BE49-F238E27FC236}">
                <a16:creationId xmlns:a16="http://schemas.microsoft.com/office/drawing/2014/main" id="{D33AB9F4-9689-FF2D-26E9-D1882EB01EDB}"/>
              </a:ext>
            </a:extLst>
          </p:cNvPr>
          <p:cNvSpPr txBox="1"/>
          <p:nvPr/>
        </p:nvSpPr>
        <p:spPr>
          <a:xfrm>
            <a:off x="4634583" y="317007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206" name="Shape 42">
            <a:extLst>
              <a:ext uri="{FF2B5EF4-FFF2-40B4-BE49-F238E27FC236}">
                <a16:creationId xmlns:a16="http://schemas.microsoft.com/office/drawing/2014/main" id="{0E2893C7-19F3-CDF0-8114-C48F1DCF9027}"/>
              </a:ext>
            </a:extLst>
          </p:cNvPr>
          <p:cNvSpPr/>
          <p:nvPr/>
        </p:nvSpPr>
        <p:spPr>
          <a:xfrm>
            <a:off x="4022583" y="3321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07" name="Text 43">
            <a:extLst>
              <a:ext uri="{FF2B5EF4-FFF2-40B4-BE49-F238E27FC236}">
                <a16:creationId xmlns:a16="http://schemas.microsoft.com/office/drawing/2014/main" id="{41220443-8D0A-C9A9-E177-D4552B87B542}"/>
              </a:ext>
            </a:extLst>
          </p:cNvPr>
          <p:cNvSpPr txBox="1"/>
          <p:nvPr/>
        </p:nvSpPr>
        <p:spPr>
          <a:xfrm>
            <a:off x="4058583" y="3354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208" name="Text 44">
            <a:extLst>
              <a:ext uri="{FF2B5EF4-FFF2-40B4-BE49-F238E27FC236}">
                <a16:creationId xmlns:a16="http://schemas.microsoft.com/office/drawing/2014/main" id="{2527B9D6-B399-04EA-B60F-316B425DE531}"/>
              </a:ext>
            </a:extLst>
          </p:cNvPr>
          <p:cNvSpPr txBox="1"/>
          <p:nvPr/>
        </p:nvSpPr>
        <p:spPr>
          <a:xfrm>
            <a:off x="4634583" y="3354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209" name="Text 45">
            <a:extLst>
              <a:ext uri="{FF2B5EF4-FFF2-40B4-BE49-F238E27FC236}">
                <a16:creationId xmlns:a16="http://schemas.microsoft.com/office/drawing/2014/main" id="{1DF132C6-DDD4-2371-236D-9A72C6B6465B}"/>
              </a:ext>
            </a:extLst>
          </p:cNvPr>
          <p:cNvSpPr txBox="1"/>
          <p:nvPr/>
        </p:nvSpPr>
        <p:spPr>
          <a:xfrm>
            <a:off x="4634583" y="345555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210" name="Shape 46">
            <a:extLst>
              <a:ext uri="{FF2B5EF4-FFF2-40B4-BE49-F238E27FC236}">
                <a16:creationId xmlns:a16="http://schemas.microsoft.com/office/drawing/2014/main" id="{64BB279C-D782-9E5B-8EEC-03DFE15CF6F3}"/>
              </a:ext>
            </a:extLst>
          </p:cNvPr>
          <p:cNvSpPr/>
          <p:nvPr/>
        </p:nvSpPr>
        <p:spPr>
          <a:xfrm>
            <a:off x="4022583" y="35628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1" name="Text 47">
            <a:extLst>
              <a:ext uri="{FF2B5EF4-FFF2-40B4-BE49-F238E27FC236}">
                <a16:creationId xmlns:a16="http://schemas.microsoft.com/office/drawing/2014/main" id="{16827CCE-7953-8522-1C76-9D2194F3E50C}"/>
              </a:ext>
            </a:extLst>
          </p:cNvPr>
          <p:cNvSpPr txBox="1"/>
          <p:nvPr/>
        </p:nvSpPr>
        <p:spPr>
          <a:xfrm>
            <a:off x="4058583" y="35952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212" name="Text 48">
            <a:extLst>
              <a:ext uri="{FF2B5EF4-FFF2-40B4-BE49-F238E27FC236}">
                <a16:creationId xmlns:a16="http://schemas.microsoft.com/office/drawing/2014/main" id="{726E4708-60DE-EE9C-3D34-F6A3E6CD7148}"/>
              </a:ext>
            </a:extLst>
          </p:cNvPr>
          <p:cNvSpPr txBox="1"/>
          <p:nvPr/>
        </p:nvSpPr>
        <p:spPr>
          <a:xfrm>
            <a:off x="4634583" y="35952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213" name="Text 49">
            <a:extLst>
              <a:ext uri="{FF2B5EF4-FFF2-40B4-BE49-F238E27FC236}">
                <a16:creationId xmlns:a16="http://schemas.microsoft.com/office/drawing/2014/main" id="{61EDA7C7-81C2-7482-E724-6FD1CE460D4D}"/>
              </a:ext>
            </a:extLst>
          </p:cNvPr>
          <p:cNvSpPr txBox="1"/>
          <p:nvPr/>
        </p:nvSpPr>
        <p:spPr>
          <a:xfrm>
            <a:off x="4634583" y="369675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214" name="Shape 50">
            <a:extLst>
              <a:ext uri="{FF2B5EF4-FFF2-40B4-BE49-F238E27FC236}">
                <a16:creationId xmlns:a16="http://schemas.microsoft.com/office/drawing/2014/main" id="{6E02B0B7-9CD6-A8B0-844C-E258EE05340E}"/>
              </a:ext>
            </a:extLst>
          </p:cNvPr>
          <p:cNvSpPr/>
          <p:nvPr/>
        </p:nvSpPr>
        <p:spPr>
          <a:xfrm>
            <a:off x="4022583" y="3872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5" name="Text 51">
            <a:extLst>
              <a:ext uri="{FF2B5EF4-FFF2-40B4-BE49-F238E27FC236}">
                <a16:creationId xmlns:a16="http://schemas.microsoft.com/office/drawing/2014/main" id="{42465B88-A318-9489-670E-F05B570AC910}"/>
              </a:ext>
            </a:extLst>
          </p:cNvPr>
          <p:cNvSpPr txBox="1"/>
          <p:nvPr/>
        </p:nvSpPr>
        <p:spPr>
          <a:xfrm>
            <a:off x="4058583" y="3904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216" name="Text 52">
            <a:extLst>
              <a:ext uri="{FF2B5EF4-FFF2-40B4-BE49-F238E27FC236}">
                <a16:creationId xmlns:a16="http://schemas.microsoft.com/office/drawing/2014/main" id="{2E632BF1-E7BC-DF3F-32EB-328E0A41D4BE}"/>
              </a:ext>
            </a:extLst>
          </p:cNvPr>
          <p:cNvSpPr txBox="1"/>
          <p:nvPr/>
        </p:nvSpPr>
        <p:spPr>
          <a:xfrm>
            <a:off x="4634583" y="3904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217" name="Text 53">
            <a:extLst>
              <a:ext uri="{FF2B5EF4-FFF2-40B4-BE49-F238E27FC236}">
                <a16:creationId xmlns:a16="http://schemas.microsoft.com/office/drawing/2014/main" id="{D9CAD431-5386-B64E-6BF5-942457E988C0}"/>
              </a:ext>
            </a:extLst>
          </p:cNvPr>
          <p:cNvSpPr txBox="1"/>
          <p:nvPr/>
        </p:nvSpPr>
        <p:spPr>
          <a:xfrm>
            <a:off x="4634583" y="400563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218" name="Shape 54">
            <a:extLst>
              <a:ext uri="{FF2B5EF4-FFF2-40B4-BE49-F238E27FC236}">
                <a16:creationId xmlns:a16="http://schemas.microsoft.com/office/drawing/2014/main" id="{AC4C76FA-635F-DEB5-84DB-406C4E01EC4D}"/>
              </a:ext>
            </a:extLst>
          </p:cNvPr>
          <p:cNvSpPr/>
          <p:nvPr/>
        </p:nvSpPr>
        <p:spPr>
          <a:xfrm>
            <a:off x="4022583" y="4112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9" name="Text 55">
            <a:extLst>
              <a:ext uri="{FF2B5EF4-FFF2-40B4-BE49-F238E27FC236}">
                <a16:creationId xmlns:a16="http://schemas.microsoft.com/office/drawing/2014/main" id="{4E531EA0-1793-E2C2-D943-A0C4EB6B5A74}"/>
              </a:ext>
            </a:extLst>
          </p:cNvPr>
          <p:cNvSpPr txBox="1"/>
          <p:nvPr/>
        </p:nvSpPr>
        <p:spPr>
          <a:xfrm>
            <a:off x="4058583" y="4145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220" name="Text 56">
            <a:extLst>
              <a:ext uri="{FF2B5EF4-FFF2-40B4-BE49-F238E27FC236}">
                <a16:creationId xmlns:a16="http://schemas.microsoft.com/office/drawing/2014/main" id="{C079A1A5-F3FE-737C-2A83-64A44FE34358}"/>
              </a:ext>
            </a:extLst>
          </p:cNvPr>
          <p:cNvSpPr txBox="1"/>
          <p:nvPr/>
        </p:nvSpPr>
        <p:spPr>
          <a:xfrm>
            <a:off x="4634583" y="4145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221" name="Text 57">
            <a:extLst>
              <a:ext uri="{FF2B5EF4-FFF2-40B4-BE49-F238E27FC236}">
                <a16:creationId xmlns:a16="http://schemas.microsoft.com/office/drawing/2014/main" id="{AE4AAD1D-5B5A-8D7E-CBF2-07831D86BED6}"/>
              </a:ext>
            </a:extLst>
          </p:cNvPr>
          <p:cNvSpPr txBox="1"/>
          <p:nvPr/>
        </p:nvSpPr>
        <p:spPr>
          <a:xfrm>
            <a:off x="4634583" y="4246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222" name="Shape 58">
            <a:extLst>
              <a:ext uri="{FF2B5EF4-FFF2-40B4-BE49-F238E27FC236}">
                <a16:creationId xmlns:a16="http://schemas.microsoft.com/office/drawing/2014/main" id="{7F9EB260-B0B5-1978-CAB1-8F77A87FCE20}"/>
              </a:ext>
            </a:extLst>
          </p:cNvPr>
          <p:cNvSpPr/>
          <p:nvPr/>
        </p:nvSpPr>
        <p:spPr>
          <a:xfrm>
            <a:off x="4022583" y="442179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23" name="Text 59">
            <a:extLst>
              <a:ext uri="{FF2B5EF4-FFF2-40B4-BE49-F238E27FC236}">
                <a16:creationId xmlns:a16="http://schemas.microsoft.com/office/drawing/2014/main" id="{CC223D58-F9AB-33B0-74F9-E64402D2D2A5}"/>
              </a:ext>
            </a:extLst>
          </p:cNvPr>
          <p:cNvSpPr txBox="1"/>
          <p:nvPr/>
        </p:nvSpPr>
        <p:spPr>
          <a:xfrm>
            <a:off x="4058583" y="442179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224" name="Text 60">
            <a:extLst>
              <a:ext uri="{FF2B5EF4-FFF2-40B4-BE49-F238E27FC236}">
                <a16:creationId xmlns:a16="http://schemas.microsoft.com/office/drawing/2014/main" id="{F2DBD37F-4DEA-C03F-AA65-C868D7AA5BA0}"/>
              </a:ext>
            </a:extLst>
          </p:cNvPr>
          <p:cNvSpPr txBox="1"/>
          <p:nvPr/>
        </p:nvSpPr>
        <p:spPr>
          <a:xfrm>
            <a:off x="4634583" y="442179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225" name="Shape 61">
            <a:extLst>
              <a:ext uri="{FF2B5EF4-FFF2-40B4-BE49-F238E27FC236}">
                <a16:creationId xmlns:a16="http://schemas.microsoft.com/office/drawing/2014/main" id="{860FEBCC-0BE7-9BB3-E1BC-E656BA4F194F}"/>
              </a:ext>
            </a:extLst>
          </p:cNvPr>
          <p:cNvSpPr/>
          <p:nvPr/>
        </p:nvSpPr>
        <p:spPr>
          <a:xfrm>
            <a:off x="4022583" y="4638514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226" name="Text 63">
            <a:extLst>
              <a:ext uri="{FF2B5EF4-FFF2-40B4-BE49-F238E27FC236}">
                <a16:creationId xmlns:a16="http://schemas.microsoft.com/office/drawing/2014/main" id="{9EC22D78-686B-B087-79B1-E7992AE2D16B}"/>
              </a:ext>
            </a:extLst>
          </p:cNvPr>
          <p:cNvSpPr txBox="1"/>
          <p:nvPr/>
        </p:nvSpPr>
        <p:spPr>
          <a:xfrm>
            <a:off x="4022583" y="4730314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227" name="Shape 0">
            <a:extLst>
              <a:ext uri="{FF2B5EF4-FFF2-40B4-BE49-F238E27FC236}">
                <a16:creationId xmlns:a16="http://schemas.microsoft.com/office/drawing/2014/main" id="{620C601B-BF6F-AF37-99B6-716C773F5A65}"/>
              </a:ext>
            </a:extLst>
          </p:cNvPr>
          <p:cNvSpPr/>
          <p:nvPr/>
        </p:nvSpPr>
        <p:spPr>
          <a:xfrm>
            <a:off x="541109" y="5046486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228" name="Shape 1">
            <a:extLst>
              <a:ext uri="{FF2B5EF4-FFF2-40B4-BE49-F238E27FC236}">
                <a16:creationId xmlns:a16="http://schemas.microsoft.com/office/drawing/2014/main" id="{FD54AE97-5ED1-F142-53B5-60D7978E6DB2}"/>
              </a:ext>
            </a:extLst>
          </p:cNvPr>
          <p:cNvSpPr/>
          <p:nvPr/>
        </p:nvSpPr>
        <p:spPr>
          <a:xfrm>
            <a:off x="775109" y="524448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29" name="Text 2">
            <a:extLst>
              <a:ext uri="{FF2B5EF4-FFF2-40B4-BE49-F238E27FC236}">
                <a16:creationId xmlns:a16="http://schemas.microsoft.com/office/drawing/2014/main" id="{8A0BFB24-6762-F332-82E4-3EACAED45162}"/>
              </a:ext>
            </a:extLst>
          </p:cNvPr>
          <p:cNvSpPr txBox="1"/>
          <p:nvPr/>
        </p:nvSpPr>
        <p:spPr>
          <a:xfrm>
            <a:off x="811109" y="524448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230" name="Text 3">
            <a:extLst>
              <a:ext uri="{FF2B5EF4-FFF2-40B4-BE49-F238E27FC236}">
                <a16:creationId xmlns:a16="http://schemas.microsoft.com/office/drawing/2014/main" id="{6A2388DF-FC53-21DE-FC92-51F7447559FC}"/>
              </a:ext>
            </a:extLst>
          </p:cNvPr>
          <p:cNvSpPr txBox="1"/>
          <p:nvPr/>
        </p:nvSpPr>
        <p:spPr>
          <a:xfrm>
            <a:off x="1387109" y="524448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231" name="Shape 4">
            <a:extLst>
              <a:ext uri="{FF2B5EF4-FFF2-40B4-BE49-F238E27FC236}">
                <a16:creationId xmlns:a16="http://schemas.microsoft.com/office/drawing/2014/main" id="{888BFFFC-701E-4E67-9F88-463B4E9B54B4}"/>
              </a:ext>
            </a:extLst>
          </p:cNvPr>
          <p:cNvSpPr/>
          <p:nvPr/>
        </p:nvSpPr>
        <p:spPr>
          <a:xfrm>
            <a:off x="775109" y="53964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32" name="Text 5">
            <a:extLst>
              <a:ext uri="{FF2B5EF4-FFF2-40B4-BE49-F238E27FC236}">
                <a16:creationId xmlns:a16="http://schemas.microsoft.com/office/drawing/2014/main" id="{BCCB3285-916A-AFCA-4106-9C9680A6740A}"/>
              </a:ext>
            </a:extLst>
          </p:cNvPr>
          <p:cNvSpPr txBox="1"/>
          <p:nvPr/>
        </p:nvSpPr>
        <p:spPr>
          <a:xfrm>
            <a:off x="811109" y="54288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233" name="Text 6">
            <a:extLst>
              <a:ext uri="{FF2B5EF4-FFF2-40B4-BE49-F238E27FC236}">
                <a16:creationId xmlns:a16="http://schemas.microsoft.com/office/drawing/2014/main" id="{594A0BED-80B7-12F5-5DDD-6A310356A601}"/>
              </a:ext>
            </a:extLst>
          </p:cNvPr>
          <p:cNvSpPr txBox="1"/>
          <p:nvPr/>
        </p:nvSpPr>
        <p:spPr>
          <a:xfrm>
            <a:off x="1387109" y="54288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234" name="Text 7">
            <a:extLst>
              <a:ext uri="{FF2B5EF4-FFF2-40B4-BE49-F238E27FC236}">
                <a16:creationId xmlns:a16="http://schemas.microsoft.com/office/drawing/2014/main" id="{47F7C6C1-B7C8-A50F-B0D4-9A555FCF22E4}"/>
              </a:ext>
            </a:extLst>
          </p:cNvPr>
          <p:cNvSpPr txBox="1"/>
          <p:nvPr/>
        </p:nvSpPr>
        <p:spPr>
          <a:xfrm>
            <a:off x="1387109" y="55299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235" name="Shape 8">
            <a:extLst>
              <a:ext uri="{FF2B5EF4-FFF2-40B4-BE49-F238E27FC236}">
                <a16:creationId xmlns:a16="http://schemas.microsoft.com/office/drawing/2014/main" id="{6B5028DB-E45A-7963-FCD5-F267C149D299}"/>
              </a:ext>
            </a:extLst>
          </p:cNvPr>
          <p:cNvSpPr/>
          <p:nvPr/>
        </p:nvSpPr>
        <p:spPr>
          <a:xfrm>
            <a:off x="775109" y="5637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36" name="Text 9">
            <a:extLst>
              <a:ext uri="{FF2B5EF4-FFF2-40B4-BE49-F238E27FC236}">
                <a16:creationId xmlns:a16="http://schemas.microsoft.com/office/drawing/2014/main" id="{F1A573C3-486D-BC86-C15E-A6CEDCED58EF}"/>
              </a:ext>
            </a:extLst>
          </p:cNvPr>
          <p:cNvSpPr txBox="1"/>
          <p:nvPr/>
        </p:nvSpPr>
        <p:spPr>
          <a:xfrm>
            <a:off x="811109" y="5669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237" name="Text 10">
            <a:extLst>
              <a:ext uri="{FF2B5EF4-FFF2-40B4-BE49-F238E27FC236}">
                <a16:creationId xmlns:a16="http://schemas.microsoft.com/office/drawing/2014/main" id="{14348818-FCAF-8419-1FAF-5FB13494A674}"/>
              </a:ext>
            </a:extLst>
          </p:cNvPr>
          <p:cNvSpPr txBox="1"/>
          <p:nvPr/>
        </p:nvSpPr>
        <p:spPr>
          <a:xfrm>
            <a:off x="1387109" y="5669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238" name="Text 11">
            <a:extLst>
              <a:ext uri="{FF2B5EF4-FFF2-40B4-BE49-F238E27FC236}">
                <a16:creationId xmlns:a16="http://schemas.microsoft.com/office/drawing/2014/main" id="{BF52EEA5-875E-4897-6D13-216641EB0D74}"/>
              </a:ext>
            </a:extLst>
          </p:cNvPr>
          <p:cNvSpPr txBox="1"/>
          <p:nvPr/>
        </p:nvSpPr>
        <p:spPr>
          <a:xfrm>
            <a:off x="1387109" y="57711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239" name="Shape 12">
            <a:extLst>
              <a:ext uri="{FF2B5EF4-FFF2-40B4-BE49-F238E27FC236}">
                <a16:creationId xmlns:a16="http://schemas.microsoft.com/office/drawing/2014/main" id="{0933C0F1-D1FE-A7C4-496A-77FF6EE4D59D}"/>
              </a:ext>
            </a:extLst>
          </p:cNvPr>
          <p:cNvSpPr/>
          <p:nvPr/>
        </p:nvSpPr>
        <p:spPr>
          <a:xfrm>
            <a:off x="775109" y="58784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40" name="Text 13">
            <a:extLst>
              <a:ext uri="{FF2B5EF4-FFF2-40B4-BE49-F238E27FC236}">
                <a16:creationId xmlns:a16="http://schemas.microsoft.com/office/drawing/2014/main" id="{C6936A1F-69E0-D635-D02A-5B02E9F89676}"/>
              </a:ext>
            </a:extLst>
          </p:cNvPr>
          <p:cNvSpPr txBox="1"/>
          <p:nvPr/>
        </p:nvSpPr>
        <p:spPr>
          <a:xfrm>
            <a:off x="811109" y="59108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241" name="Text 14">
            <a:extLst>
              <a:ext uri="{FF2B5EF4-FFF2-40B4-BE49-F238E27FC236}">
                <a16:creationId xmlns:a16="http://schemas.microsoft.com/office/drawing/2014/main" id="{71488B3A-A798-9AF6-F2A6-5D6205B59990}"/>
              </a:ext>
            </a:extLst>
          </p:cNvPr>
          <p:cNvSpPr txBox="1"/>
          <p:nvPr/>
        </p:nvSpPr>
        <p:spPr>
          <a:xfrm>
            <a:off x="1387109" y="59108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242" name="Text 15">
            <a:extLst>
              <a:ext uri="{FF2B5EF4-FFF2-40B4-BE49-F238E27FC236}">
                <a16:creationId xmlns:a16="http://schemas.microsoft.com/office/drawing/2014/main" id="{373075D3-8DBB-7042-6521-917E695DFF21}"/>
              </a:ext>
            </a:extLst>
          </p:cNvPr>
          <p:cNvSpPr txBox="1"/>
          <p:nvPr/>
        </p:nvSpPr>
        <p:spPr>
          <a:xfrm>
            <a:off x="1387109" y="601236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243" name="Shape 16">
            <a:extLst>
              <a:ext uri="{FF2B5EF4-FFF2-40B4-BE49-F238E27FC236}">
                <a16:creationId xmlns:a16="http://schemas.microsoft.com/office/drawing/2014/main" id="{F0B404B7-7EDE-82C7-0FA9-3873BACD2858}"/>
              </a:ext>
            </a:extLst>
          </p:cNvPr>
          <p:cNvSpPr/>
          <p:nvPr/>
        </p:nvSpPr>
        <p:spPr>
          <a:xfrm>
            <a:off x="775109" y="6187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44" name="Text 17">
            <a:extLst>
              <a:ext uri="{FF2B5EF4-FFF2-40B4-BE49-F238E27FC236}">
                <a16:creationId xmlns:a16="http://schemas.microsoft.com/office/drawing/2014/main" id="{2CB73F19-85D8-7A74-43D3-4557C5419855}"/>
              </a:ext>
            </a:extLst>
          </p:cNvPr>
          <p:cNvSpPr txBox="1"/>
          <p:nvPr/>
        </p:nvSpPr>
        <p:spPr>
          <a:xfrm>
            <a:off x="811109" y="6219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245" name="Text 18">
            <a:extLst>
              <a:ext uri="{FF2B5EF4-FFF2-40B4-BE49-F238E27FC236}">
                <a16:creationId xmlns:a16="http://schemas.microsoft.com/office/drawing/2014/main" id="{1A992DED-EC3D-01D2-7216-54BEFC3ACC19}"/>
              </a:ext>
            </a:extLst>
          </p:cNvPr>
          <p:cNvSpPr txBox="1"/>
          <p:nvPr/>
        </p:nvSpPr>
        <p:spPr>
          <a:xfrm>
            <a:off x="1387109" y="6219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246" name="Text 19">
            <a:extLst>
              <a:ext uri="{FF2B5EF4-FFF2-40B4-BE49-F238E27FC236}">
                <a16:creationId xmlns:a16="http://schemas.microsoft.com/office/drawing/2014/main" id="{9C66A66D-D5B0-901C-FF0A-8EFBE7228621}"/>
              </a:ext>
            </a:extLst>
          </p:cNvPr>
          <p:cNvSpPr txBox="1"/>
          <p:nvPr/>
        </p:nvSpPr>
        <p:spPr>
          <a:xfrm>
            <a:off x="1387109" y="632124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247" name="Shape 20">
            <a:extLst>
              <a:ext uri="{FF2B5EF4-FFF2-40B4-BE49-F238E27FC236}">
                <a16:creationId xmlns:a16="http://schemas.microsoft.com/office/drawing/2014/main" id="{81C1EA87-96A8-8698-B8B6-561E9EEFFCFC}"/>
              </a:ext>
            </a:extLst>
          </p:cNvPr>
          <p:cNvSpPr/>
          <p:nvPr/>
        </p:nvSpPr>
        <p:spPr>
          <a:xfrm>
            <a:off x="775109" y="642852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48" name="Text 21">
            <a:extLst>
              <a:ext uri="{FF2B5EF4-FFF2-40B4-BE49-F238E27FC236}">
                <a16:creationId xmlns:a16="http://schemas.microsoft.com/office/drawing/2014/main" id="{F7B307BE-EA2F-615A-1201-BDE948BC6950}"/>
              </a:ext>
            </a:extLst>
          </p:cNvPr>
          <p:cNvSpPr txBox="1"/>
          <p:nvPr/>
        </p:nvSpPr>
        <p:spPr>
          <a:xfrm>
            <a:off x="811109" y="642852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249" name="Text 22">
            <a:extLst>
              <a:ext uri="{FF2B5EF4-FFF2-40B4-BE49-F238E27FC236}">
                <a16:creationId xmlns:a16="http://schemas.microsoft.com/office/drawing/2014/main" id="{F63A8F09-5FD4-D2AA-0AEA-A6C313E610F2}"/>
              </a:ext>
            </a:extLst>
          </p:cNvPr>
          <p:cNvSpPr txBox="1"/>
          <p:nvPr/>
        </p:nvSpPr>
        <p:spPr>
          <a:xfrm>
            <a:off x="1387109" y="642852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250" name="Shape 23">
            <a:extLst>
              <a:ext uri="{FF2B5EF4-FFF2-40B4-BE49-F238E27FC236}">
                <a16:creationId xmlns:a16="http://schemas.microsoft.com/office/drawing/2014/main" id="{2463BDE5-D9EB-99F3-35B5-887A3172D7E6}"/>
              </a:ext>
            </a:extLst>
          </p:cNvPr>
          <p:cNvSpPr/>
          <p:nvPr/>
        </p:nvSpPr>
        <p:spPr>
          <a:xfrm>
            <a:off x="775109" y="6580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1" name="Text 24">
            <a:extLst>
              <a:ext uri="{FF2B5EF4-FFF2-40B4-BE49-F238E27FC236}">
                <a16:creationId xmlns:a16="http://schemas.microsoft.com/office/drawing/2014/main" id="{230109F8-8915-2A3E-5AB9-0787DD2036CA}"/>
              </a:ext>
            </a:extLst>
          </p:cNvPr>
          <p:cNvSpPr txBox="1"/>
          <p:nvPr/>
        </p:nvSpPr>
        <p:spPr>
          <a:xfrm>
            <a:off x="811109" y="6612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252" name="Text 25">
            <a:extLst>
              <a:ext uri="{FF2B5EF4-FFF2-40B4-BE49-F238E27FC236}">
                <a16:creationId xmlns:a16="http://schemas.microsoft.com/office/drawing/2014/main" id="{EEF3A535-A23E-B7B4-5121-AF41910F4666}"/>
              </a:ext>
            </a:extLst>
          </p:cNvPr>
          <p:cNvSpPr txBox="1"/>
          <p:nvPr/>
        </p:nvSpPr>
        <p:spPr>
          <a:xfrm>
            <a:off x="1387109" y="6612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253" name="Text 26">
            <a:extLst>
              <a:ext uri="{FF2B5EF4-FFF2-40B4-BE49-F238E27FC236}">
                <a16:creationId xmlns:a16="http://schemas.microsoft.com/office/drawing/2014/main" id="{01B9B4BD-91CA-2D72-CD7E-7F64A7567514}"/>
              </a:ext>
            </a:extLst>
          </p:cNvPr>
          <p:cNvSpPr txBox="1"/>
          <p:nvPr/>
        </p:nvSpPr>
        <p:spPr>
          <a:xfrm>
            <a:off x="1387109" y="6714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254" name="Shape 27">
            <a:extLst>
              <a:ext uri="{FF2B5EF4-FFF2-40B4-BE49-F238E27FC236}">
                <a16:creationId xmlns:a16="http://schemas.microsoft.com/office/drawing/2014/main" id="{8D0A3E8D-3F35-4BAF-8CB4-6C09E204058D}"/>
              </a:ext>
            </a:extLst>
          </p:cNvPr>
          <p:cNvSpPr/>
          <p:nvPr/>
        </p:nvSpPr>
        <p:spPr>
          <a:xfrm>
            <a:off x="775109" y="6889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5" name="Text 28">
            <a:extLst>
              <a:ext uri="{FF2B5EF4-FFF2-40B4-BE49-F238E27FC236}">
                <a16:creationId xmlns:a16="http://schemas.microsoft.com/office/drawing/2014/main" id="{4EA29A90-1195-6E58-6887-40734CB24E64}"/>
              </a:ext>
            </a:extLst>
          </p:cNvPr>
          <p:cNvSpPr txBox="1"/>
          <p:nvPr/>
        </p:nvSpPr>
        <p:spPr>
          <a:xfrm>
            <a:off x="811109" y="6921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256" name="Text 29">
            <a:extLst>
              <a:ext uri="{FF2B5EF4-FFF2-40B4-BE49-F238E27FC236}">
                <a16:creationId xmlns:a16="http://schemas.microsoft.com/office/drawing/2014/main" id="{CA5F25C2-1BC4-7196-4F44-38A2090BFB50}"/>
              </a:ext>
            </a:extLst>
          </p:cNvPr>
          <p:cNvSpPr txBox="1"/>
          <p:nvPr/>
        </p:nvSpPr>
        <p:spPr>
          <a:xfrm>
            <a:off x="1387109" y="6921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257" name="Text 30">
            <a:extLst>
              <a:ext uri="{FF2B5EF4-FFF2-40B4-BE49-F238E27FC236}">
                <a16:creationId xmlns:a16="http://schemas.microsoft.com/office/drawing/2014/main" id="{12F60CFD-509B-2A9E-42CB-3DC7D0B93A00}"/>
              </a:ext>
            </a:extLst>
          </p:cNvPr>
          <p:cNvSpPr txBox="1"/>
          <p:nvPr/>
        </p:nvSpPr>
        <p:spPr>
          <a:xfrm>
            <a:off x="1387109" y="70228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258" name="Shape 31">
            <a:extLst>
              <a:ext uri="{FF2B5EF4-FFF2-40B4-BE49-F238E27FC236}">
                <a16:creationId xmlns:a16="http://schemas.microsoft.com/office/drawing/2014/main" id="{315FD9D3-096E-04C1-D3D7-945AEA6ECE69}"/>
              </a:ext>
            </a:extLst>
          </p:cNvPr>
          <p:cNvSpPr/>
          <p:nvPr/>
        </p:nvSpPr>
        <p:spPr>
          <a:xfrm>
            <a:off x="775109" y="7130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9" name="Text 32">
            <a:extLst>
              <a:ext uri="{FF2B5EF4-FFF2-40B4-BE49-F238E27FC236}">
                <a16:creationId xmlns:a16="http://schemas.microsoft.com/office/drawing/2014/main" id="{E1236286-6EC4-1A6B-0D0D-0734CDD0B1E9}"/>
              </a:ext>
            </a:extLst>
          </p:cNvPr>
          <p:cNvSpPr txBox="1"/>
          <p:nvPr/>
        </p:nvSpPr>
        <p:spPr>
          <a:xfrm>
            <a:off x="811109" y="7162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260" name="Text 33">
            <a:extLst>
              <a:ext uri="{FF2B5EF4-FFF2-40B4-BE49-F238E27FC236}">
                <a16:creationId xmlns:a16="http://schemas.microsoft.com/office/drawing/2014/main" id="{4C656902-6A2A-33A9-EE19-3685408348FC}"/>
              </a:ext>
            </a:extLst>
          </p:cNvPr>
          <p:cNvSpPr txBox="1"/>
          <p:nvPr/>
        </p:nvSpPr>
        <p:spPr>
          <a:xfrm>
            <a:off x="1387109" y="7162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261" name="Text 34">
            <a:extLst>
              <a:ext uri="{FF2B5EF4-FFF2-40B4-BE49-F238E27FC236}">
                <a16:creationId xmlns:a16="http://schemas.microsoft.com/office/drawing/2014/main" id="{D38D2E7C-C648-5EB0-1CAB-5ADF75FCA370}"/>
              </a:ext>
            </a:extLst>
          </p:cNvPr>
          <p:cNvSpPr txBox="1"/>
          <p:nvPr/>
        </p:nvSpPr>
        <p:spPr>
          <a:xfrm>
            <a:off x="1387109" y="72640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262" name="Shape 35">
            <a:extLst>
              <a:ext uri="{FF2B5EF4-FFF2-40B4-BE49-F238E27FC236}">
                <a16:creationId xmlns:a16="http://schemas.microsoft.com/office/drawing/2014/main" id="{74ECEEF5-CF83-0BD3-54AA-574E3EA3D1E4}"/>
              </a:ext>
            </a:extLst>
          </p:cNvPr>
          <p:cNvSpPr/>
          <p:nvPr/>
        </p:nvSpPr>
        <p:spPr>
          <a:xfrm>
            <a:off x="775109" y="73713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63" name="Text 36">
            <a:extLst>
              <a:ext uri="{FF2B5EF4-FFF2-40B4-BE49-F238E27FC236}">
                <a16:creationId xmlns:a16="http://schemas.microsoft.com/office/drawing/2014/main" id="{AB51F58F-00F9-CFD7-1105-7489B48D7D03}"/>
              </a:ext>
            </a:extLst>
          </p:cNvPr>
          <p:cNvSpPr txBox="1"/>
          <p:nvPr/>
        </p:nvSpPr>
        <p:spPr>
          <a:xfrm>
            <a:off x="811109" y="74037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264" name="Text 37">
            <a:extLst>
              <a:ext uri="{FF2B5EF4-FFF2-40B4-BE49-F238E27FC236}">
                <a16:creationId xmlns:a16="http://schemas.microsoft.com/office/drawing/2014/main" id="{A322868D-04A5-3C01-FF99-A2B8F678FA36}"/>
              </a:ext>
            </a:extLst>
          </p:cNvPr>
          <p:cNvSpPr txBox="1"/>
          <p:nvPr/>
        </p:nvSpPr>
        <p:spPr>
          <a:xfrm>
            <a:off x="1387109" y="74037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265" name="Text 38">
            <a:extLst>
              <a:ext uri="{FF2B5EF4-FFF2-40B4-BE49-F238E27FC236}">
                <a16:creationId xmlns:a16="http://schemas.microsoft.com/office/drawing/2014/main" id="{C3029712-DCD9-FFDB-7AAA-3FE67F8EDB8F}"/>
              </a:ext>
            </a:extLst>
          </p:cNvPr>
          <p:cNvSpPr txBox="1"/>
          <p:nvPr/>
        </p:nvSpPr>
        <p:spPr>
          <a:xfrm>
            <a:off x="1387109" y="750528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266" name="Shape 39">
            <a:extLst>
              <a:ext uri="{FF2B5EF4-FFF2-40B4-BE49-F238E27FC236}">
                <a16:creationId xmlns:a16="http://schemas.microsoft.com/office/drawing/2014/main" id="{7DD06580-8028-784E-1B81-86B04C658583}"/>
              </a:ext>
            </a:extLst>
          </p:cNvPr>
          <p:cNvSpPr/>
          <p:nvPr/>
        </p:nvSpPr>
        <p:spPr>
          <a:xfrm>
            <a:off x="775109" y="768024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67" name="Text 40">
            <a:extLst>
              <a:ext uri="{FF2B5EF4-FFF2-40B4-BE49-F238E27FC236}">
                <a16:creationId xmlns:a16="http://schemas.microsoft.com/office/drawing/2014/main" id="{EC5993CB-2CBA-8650-51A6-E300140519DB}"/>
              </a:ext>
            </a:extLst>
          </p:cNvPr>
          <p:cNvSpPr txBox="1"/>
          <p:nvPr/>
        </p:nvSpPr>
        <p:spPr>
          <a:xfrm>
            <a:off x="811109" y="768024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268" name="Text 41">
            <a:extLst>
              <a:ext uri="{FF2B5EF4-FFF2-40B4-BE49-F238E27FC236}">
                <a16:creationId xmlns:a16="http://schemas.microsoft.com/office/drawing/2014/main" id="{DF0CBE23-4E02-ACCD-0874-1A613F1B1932}"/>
              </a:ext>
            </a:extLst>
          </p:cNvPr>
          <p:cNvSpPr txBox="1"/>
          <p:nvPr/>
        </p:nvSpPr>
        <p:spPr>
          <a:xfrm>
            <a:off x="1387109" y="768024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269" name="Shape 42">
            <a:extLst>
              <a:ext uri="{FF2B5EF4-FFF2-40B4-BE49-F238E27FC236}">
                <a16:creationId xmlns:a16="http://schemas.microsoft.com/office/drawing/2014/main" id="{C2453BF3-2476-F94C-1705-308B41171A3B}"/>
              </a:ext>
            </a:extLst>
          </p:cNvPr>
          <p:cNvSpPr/>
          <p:nvPr/>
        </p:nvSpPr>
        <p:spPr>
          <a:xfrm>
            <a:off x="775109" y="7832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0" name="Text 43">
            <a:extLst>
              <a:ext uri="{FF2B5EF4-FFF2-40B4-BE49-F238E27FC236}">
                <a16:creationId xmlns:a16="http://schemas.microsoft.com/office/drawing/2014/main" id="{3A91FE32-2636-8145-1ED5-3C657897C068}"/>
              </a:ext>
            </a:extLst>
          </p:cNvPr>
          <p:cNvSpPr txBox="1"/>
          <p:nvPr/>
        </p:nvSpPr>
        <p:spPr>
          <a:xfrm>
            <a:off x="811109" y="7864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271" name="Text 44">
            <a:extLst>
              <a:ext uri="{FF2B5EF4-FFF2-40B4-BE49-F238E27FC236}">
                <a16:creationId xmlns:a16="http://schemas.microsoft.com/office/drawing/2014/main" id="{B5B9A374-4EE5-B7E5-DAB3-014D2C269C86}"/>
              </a:ext>
            </a:extLst>
          </p:cNvPr>
          <p:cNvSpPr txBox="1"/>
          <p:nvPr/>
        </p:nvSpPr>
        <p:spPr>
          <a:xfrm>
            <a:off x="1387109" y="7864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272" name="Text 45">
            <a:extLst>
              <a:ext uri="{FF2B5EF4-FFF2-40B4-BE49-F238E27FC236}">
                <a16:creationId xmlns:a16="http://schemas.microsoft.com/office/drawing/2014/main" id="{75E42B22-648C-B11B-04ED-27161DE4317F}"/>
              </a:ext>
            </a:extLst>
          </p:cNvPr>
          <p:cNvSpPr txBox="1"/>
          <p:nvPr/>
        </p:nvSpPr>
        <p:spPr>
          <a:xfrm>
            <a:off x="1387109" y="796572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273" name="Shape 46">
            <a:extLst>
              <a:ext uri="{FF2B5EF4-FFF2-40B4-BE49-F238E27FC236}">
                <a16:creationId xmlns:a16="http://schemas.microsoft.com/office/drawing/2014/main" id="{E43D3B5E-59EE-BBBA-7D17-E67C61343D15}"/>
              </a:ext>
            </a:extLst>
          </p:cNvPr>
          <p:cNvSpPr/>
          <p:nvPr/>
        </p:nvSpPr>
        <p:spPr>
          <a:xfrm>
            <a:off x="775109" y="80730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4" name="Text 47">
            <a:extLst>
              <a:ext uri="{FF2B5EF4-FFF2-40B4-BE49-F238E27FC236}">
                <a16:creationId xmlns:a16="http://schemas.microsoft.com/office/drawing/2014/main" id="{B683F208-20C2-45C6-9879-CBE714274CC1}"/>
              </a:ext>
            </a:extLst>
          </p:cNvPr>
          <p:cNvSpPr txBox="1"/>
          <p:nvPr/>
        </p:nvSpPr>
        <p:spPr>
          <a:xfrm>
            <a:off x="811109" y="81054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275" name="Text 48">
            <a:extLst>
              <a:ext uri="{FF2B5EF4-FFF2-40B4-BE49-F238E27FC236}">
                <a16:creationId xmlns:a16="http://schemas.microsoft.com/office/drawing/2014/main" id="{BEB3ABF7-6DA9-2FE9-6A64-351AECA31A96}"/>
              </a:ext>
            </a:extLst>
          </p:cNvPr>
          <p:cNvSpPr txBox="1"/>
          <p:nvPr/>
        </p:nvSpPr>
        <p:spPr>
          <a:xfrm>
            <a:off x="1387109" y="81054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276" name="Text 49">
            <a:extLst>
              <a:ext uri="{FF2B5EF4-FFF2-40B4-BE49-F238E27FC236}">
                <a16:creationId xmlns:a16="http://schemas.microsoft.com/office/drawing/2014/main" id="{7C845A18-457E-2D11-6EE8-38E7132320BD}"/>
              </a:ext>
            </a:extLst>
          </p:cNvPr>
          <p:cNvSpPr txBox="1"/>
          <p:nvPr/>
        </p:nvSpPr>
        <p:spPr>
          <a:xfrm>
            <a:off x="1387109" y="820692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277" name="Shape 50">
            <a:extLst>
              <a:ext uri="{FF2B5EF4-FFF2-40B4-BE49-F238E27FC236}">
                <a16:creationId xmlns:a16="http://schemas.microsoft.com/office/drawing/2014/main" id="{301A73B5-702F-D498-A1EB-E69A4938BC28}"/>
              </a:ext>
            </a:extLst>
          </p:cNvPr>
          <p:cNvSpPr/>
          <p:nvPr/>
        </p:nvSpPr>
        <p:spPr>
          <a:xfrm>
            <a:off x="775109" y="8382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8" name="Text 51">
            <a:extLst>
              <a:ext uri="{FF2B5EF4-FFF2-40B4-BE49-F238E27FC236}">
                <a16:creationId xmlns:a16="http://schemas.microsoft.com/office/drawing/2014/main" id="{BA41F521-5B4D-8950-A8C7-FE257526AEE4}"/>
              </a:ext>
            </a:extLst>
          </p:cNvPr>
          <p:cNvSpPr txBox="1"/>
          <p:nvPr/>
        </p:nvSpPr>
        <p:spPr>
          <a:xfrm>
            <a:off x="811109" y="8414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279" name="Text 52">
            <a:extLst>
              <a:ext uri="{FF2B5EF4-FFF2-40B4-BE49-F238E27FC236}">
                <a16:creationId xmlns:a16="http://schemas.microsoft.com/office/drawing/2014/main" id="{7002FBA7-030A-F8D5-8682-8445D96856C4}"/>
              </a:ext>
            </a:extLst>
          </p:cNvPr>
          <p:cNvSpPr txBox="1"/>
          <p:nvPr/>
        </p:nvSpPr>
        <p:spPr>
          <a:xfrm>
            <a:off x="1387109" y="8414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280" name="Text 53">
            <a:extLst>
              <a:ext uri="{FF2B5EF4-FFF2-40B4-BE49-F238E27FC236}">
                <a16:creationId xmlns:a16="http://schemas.microsoft.com/office/drawing/2014/main" id="{931439F3-7E6B-693F-B945-5C13E51BDF38}"/>
              </a:ext>
            </a:extLst>
          </p:cNvPr>
          <p:cNvSpPr txBox="1"/>
          <p:nvPr/>
        </p:nvSpPr>
        <p:spPr>
          <a:xfrm>
            <a:off x="1387109" y="851580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281" name="Shape 54">
            <a:extLst>
              <a:ext uri="{FF2B5EF4-FFF2-40B4-BE49-F238E27FC236}">
                <a16:creationId xmlns:a16="http://schemas.microsoft.com/office/drawing/2014/main" id="{D0C393F7-4494-F496-E7D3-324CC7AB2218}"/>
              </a:ext>
            </a:extLst>
          </p:cNvPr>
          <p:cNvSpPr/>
          <p:nvPr/>
        </p:nvSpPr>
        <p:spPr>
          <a:xfrm>
            <a:off x="775109" y="8623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82" name="Text 55">
            <a:extLst>
              <a:ext uri="{FF2B5EF4-FFF2-40B4-BE49-F238E27FC236}">
                <a16:creationId xmlns:a16="http://schemas.microsoft.com/office/drawing/2014/main" id="{13D4A459-A697-A53E-0A78-74BFF3E5AA4C}"/>
              </a:ext>
            </a:extLst>
          </p:cNvPr>
          <p:cNvSpPr txBox="1"/>
          <p:nvPr/>
        </p:nvSpPr>
        <p:spPr>
          <a:xfrm>
            <a:off x="811109" y="8655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283" name="Text 56">
            <a:extLst>
              <a:ext uri="{FF2B5EF4-FFF2-40B4-BE49-F238E27FC236}">
                <a16:creationId xmlns:a16="http://schemas.microsoft.com/office/drawing/2014/main" id="{4A5EC050-5407-FB3C-EF26-8D4F4E696A9B}"/>
              </a:ext>
            </a:extLst>
          </p:cNvPr>
          <p:cNvSpPr txBox="1"/>
          <p:nvPr/>
        </p:nvSpPr>
        <p:spPr>
          <a:xfrm>
            <a:off x="1387109" y="8655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284" name="Text 57">
            <a:extLst>
              <a:ext uri="{FF2B5EF4-FFF2-40B4-BE49-F238E27FC236}">
                <a16:creationId xmlns:a16="http://schemas.microsoft.com/office/drawing/2014/main" id="{66B81133-D616-DBAE-24E2-D397F34D7923}"/>
              </a:ext>
            </a:extLst>
          </p:cNvPr>
          <p:cNvSpPr txBox="1"/>
          <p:nvPr/>
        </p:nvSpPr>
        <p:spPr>
          <a:xfrm>
            <a:off x="1387109" y="8757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285" name="Shape 58">
            <a:extLst>
              <a:ext uri="{FF2B5EF4-FFF2-40B4-BE49-F238E27FC236}">
                <a16:creationId xmlns:a16="http://schemas.microsoft.com/office/drawing/2014/main" id="{00EA25B0-AB44-931A-B0CF-9DD86ADFDDF8}"/>
              </a:ext>
            </a:extLst>
          </p:cNvPr>
          <p:cNvSpPr/>
          <p:nvPr/>
        </p:nvSpPr>
        <p:spPr>
          <a:xfrm>
            <a:off x="775109" y="893196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86" name="Text 59">
            <a:extLst>
              <a:ext uri="{FF2B5EF4-FFF2-40B4-BE49-F238E27FC236}">
                <a16:creationId xmlns:a16="http://schemas.microsoft.com/office/drawing/2014/main" id="{B9405BAD-37B9-F7D9-8CFF-3CB05C81C3D3}"/>
              </a:ext>
            </a:extLst>
          </p:cNvPr>
          <p:cNvSpPr txBox="1"/>
          <p:nvPr/>
        </p:nvSpPr>
        <p:spPr>
          <a:xfrm>
            <a:off x="811109" y="893196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287" name="Text 60">
            <a:extLst>
              <a:ext uri="{FF2B5EF4-FFF2-40B4-BE49-F238E27FC236}">
                <a16:creationId xmlns:a16="http://schemas.microsoft.com/office/drawing/2014/main" id="{8C9B6322-F7BB-406A-5096-9506AF51D90C}"/>
              </a:ext>
            </a:extLst>
          </p:cNvPr>
          <p:cNvSpPr txBox="1"/>
          <p:nvPr/>
        </p:nvSpPr>
        <p:spPr>
          <a:xfrm>
            <a:off x="1387109" y="893196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288" name="Shape 61">
            <a:extLst>
              <a:ext uri="{FF2B5EF4-FFF2-40B4-BE49-F238E27FC236}">
                <a16:creationId xmlns:a16="http://schemas.microsoft.com/office/drawing/2014/main" id="{8F5C7F3D-D197-988E-C7E6-601FCB4EAB2E}"/>
              </a:ext>
            </a:extLst>
          </p:cNvPr>
          <p:cNvSpPr/>
          <p:nvPr/>
        </p:nvSpPr>
        <p:spPr>
          <a:xfrm>
            <a:off x="775109" y="9148686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289" name="Text 63">
            <a:extLst>
              <a:ext uri="{FF2B5EF4-FFF2-40B4-BE49-F238E27FC236}">
                <a16:creationId xmlns:a16="http://schemas.microsoft.com/office/drawing/2014/main" id="{CEC96943-9899-3AF0-04A0-DD151E6C5503}"/>
              </a:ext>
            </a:extLst>
          </p:cNvPr>
          <p:cNvSpPr txBox="1"/>
          <p:nvPr/>
        </p:nvSpPr>
        <p:spPr>
          <a:xfrm>
            <a:off x="775109" y="9240486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290" name="Shape 0">
            <a:extLst>
              <a:ext uri="{FF2B5EF4-FFF2-40B4-BE49-F238E27FC236}">
                <a16:creationId xmlns:a16="http://schemas.microsoft.com/office/drawing/2014/main" id="{A2B1D0AC-65DC-7A9B-74DC-7ED45ABA40CD}"/>
              </a:ext>
            </a:extLst>
          </p:cNvPr>
          <p:cNvSpPr/>
          <p:nvPr/>
        </p:nvSpPr>
        <p:spPr>
          <a:xfrm>
            <a:off x="3789692" y="5046486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291" name="Shape 1">
            <a:extLst>
              <a:ext uri="{FF2B5EF4-FFF2-40B4-BE49-F238E27FC236}">
                <a16:creationId xmlns:a16="http://schemas.microsoft.com/office/drawing/2014/main" id="{53ACF291-0CF0-8522-D453-B0E9F658A913}"/>
              </a:ext>
            </a:extLst>
          </p:cNvPr>
          <p:cNvSpPr/>
          <p:nvPr/>
        </p:nvSpPr>
        <p:spPr>
          <a:xfrm>
            <a:off x="4023692" y="524448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92" name="Text 2">
            <a:extLst>
              <a:ext uri="{FF2B5EF4-FFF2-40B4-BE49-F238E27FC236}">
                <a16:creationId xmlns:a16="http://schemas.microsoft.com/office/drawing/2014/main" id="{A3E5835C-4A5C-BCA8-2080-2F30227FB40F}"/>
              </a:ext>
            </a:extLst>
          </p:cNvPr>
          <p:cNvSpPr txBox="1"/>
          <p:nvPr/>
        </p:nvSpPr>
        <p:spPr>
          <a:xfrm>
            <a:off x="4059692" y="524448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293" name="Text 3">
            <a:extLst>
              <a:ext uri="{FF2B5EF4-FFF2-40B4-BE49-F238E27FC236}">
                <a16:creationId xmlns:a16="http://schemas.microsoft.com/office/drawing/2014/main" id="{DCEC99CF-E4FD-43D5-39D1-E02042F5C9AB}"/>
              </a:ext>
            </a:extLst>
          </p:cNvPr>
          <p:cNvSpPr txBox="1"/>
          <p:nvPr/>
        </p:nvSpPr>
        <p:spPr>
          <a:xfrm>
            <a:off x="4635692" y="524448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294" name="Shape 4">
            <a:extLst>
              <a:ext uri="{FF2B5EF4-FFF2-40B4-BE49-F238E27FC236}">
                <a16:creationId xmlns:a16="http://schemas.microsoft.com/office/drawing/2014/main" id="{FEF7B6D6-797F-12CD-2F1F-8227AF784700}"/>
              </a:ext>
            </a:extLst>
          </p:cNvPr>
          <p:cNvSpPr/>
          <p:nvPr/>
        </p:nvSpPr>
        <p:spPr>
          <a:xfrm>
            <a:off x="4023692" y="53964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95" name="Text 5">
            <a:extLst>
              <a:ext uri="{FF2B5EF4-FFF2-40B4-BE49-F238E27FC236}">
                <a16:creationId xmlns:a16="http://schemas.microsoft.com/office/drawing/2014/main" id="{B5BA1929-3924-A908-C7D0-EDAF342F5100}"/>
              </a:ext>
            </a:extLst>
          </p:cNvPr>
          <p:cNvSpPr txBox="1"/>
          <p:nvPr/>
        </p:nvSpPr>
        <p:spPr>
          <a:xfrm>
            <a:off x="4059692" y="54288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296" name="Text 6">
            <a:extLst>
              <a:ext uri="{FF2B5EF4-FFF2-40B4-BE49-F238E27FC236}">
                <a16:creationId xmlns:a16="http://schemas.microsoft.com/office/drawing/2014/main" id="{30B645B3-4337-88F3-D53A-81F6E8215933}"/>
              </a:ext>
            </a:extLst>
          </p:cNvPr>
          <p:cNvSpPr txBox="1"/>
          <p:nvPr/>
        </p:nvSpPr>
        <p:spPr>
          <a:xfrm>
            <a:off x="4635692" y="54288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297" name="Text 7">
            <a:extLst>
              <a:ext uri="{FF2B5EF4-FFF2-40B4-BE49-F238E27FC236}">
                <a16:creationId xmlns:a16="http://schemas.microsoft.com/office/drawing/2014/main" id="{521273A8-1255-F712-A2AC-A3507F60F956}"/>
              </a:ext>
            </a:extLst>
          </p:cNvPr>
          <p:cNvSpPr txBox="1"/>
          <p:nvPr/>
        </p:nvSpPr>
        <p:spPr>
          <a:xfrm>
            <a:off x="4635692" y="55299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298" name="Shape 8">
            <a:extLst>
              <a:ext uri="{FF2B5EF4-FFF2-40B4-BE49-F238E27FC236}">
                <a16:creationId xmlns:a16="http://schemas.microsoft.com/office/drawing/2014/main" id="{3CAFF113-A45A-2006-89B8-F871D6E37673}"/>
              </a:ext>
            </a:extLst>
          </p:cNvPr>
          <p:cNvSpPr/>
          <p:nvPr/>
        </p:nvSpPr>
        <p:spPr>
          <a:xfrm>
            <a:off x="4023692" y="5637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99" name="Text 9">
            <a:extLst>
              <a:ext uri="{FF2B5EF4-FFF2-40B4-BE49-F238E27FC236}">
                <a16:creationId xmlns:a16="http://schemas.microsoft.com/office/drawing/2014/main" id="{81D60B23-BAA1-E87A-38D9-FD6165A2D86F}"/>
              </a:ext>
            </a:extLst>
          </p:cNvPr>
          <p:cNvSpPr txBox="1"/>
          <p:nvPr/>
        </p:nvSpPr>
        <p:spPr>
          <a:xfrm>
            <a:off x="4059692" y="5669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300" name="Text 10">
            <a:extLst>
              <a:ext uri="{FF2B5EF4-FFF2-40B4-BE49-F238E27FC236}">
                <a16:creationId xmlns:a16="http://schemas.microsoft.com/office/drawing/2014/main" id="{FBD45909-8876-7F00-3D09-C55A4FF9E9E9}"/>
              </a:ext>
            </a:extLst>
          </p:cNvPr>
          <p:cNvSpPr txBox="1"/>
          <p:nvPr/>
        </p:nvSpPr>
        <p:spPr>
          <a:xfrm>
            <a:off x="4635692" y="5669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301" name="Text 11">
            <a:extLst>
              <a:ext uri="{FF2B5EF4-FFF2-40B4-BE49-F238E27FC236}">
                <a16:creationId xmlns:a16="http://schemas.microsoft.com/office/drawing/2014/main" id="{B32C15DC-3C75-A0A1-DE5F-4559813CAA35}"/>
              </a:ext>
            </a:extLst>
          </p:cNvPr>
          <p:cNvSpPr txBox="1"/>
          <p:nvPr/>
        </p:nvSpPr>
        <p:spPr>
          <a:xfrm>
            <a:off x="4635692" y="57711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302" name="Shape 12">
            <a:extLst>
              <a:ext uri="{FF2B5EF4-FFF2-40B4-BE49-F238E27FC236}">
                <a16:creationId xmlns:a16="http://schemas.microsoft.com/office/drawing/2014/main" id="{521133F2-E005-F4E9-F28E-CAA5AB133E2D}"/>
              </a:ext>
            </a:extLst>
          </p:cNvPr>
          <p:cNvSpPr/>
          <p:nvPr/>
        </p:nvSpPr>
        <p:spPr>
          <a:xfrm>
            <a:off x="4023692" y="58784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03" name="Text 13">
            <a:extLst>
              <a:ext uri="{FF2B5EF4-FFF2-40B4-BE49-F238E27FC236}">
                <a16:creationId xmlns:a16="http://schemas.microsoft.com/office/drawing/2014/main" id="{DC1D6E3E-31E9-2B85-0D2A-3080EE1DF285}"/>
              </a:ext>
            </a:extLst>
          </p:cNvPr>
          <p:cNvSpPr txBox="1"/>
          <p:nvPr/>
        </p:nvSpPr>
        <p:spPr>
          <a:xfrm>
            <a:off x="4059692" y="59108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304" name="Text 14">
            <a:extLst>
              <a:ext uri="{FF2B5EF4-FFF2-40B4-BE49-F238E27FC236}">
                <a16:creationId xmlns:a16="http://schemas.microsoft.com/office/drawing/2014/main" id="{8F3A891F-834F-360B-FF3D-0E185E0E2D6D}"/>
              </a:ext>
            </a:extLst>
          </p:cNvPr>
          <p:cNvSpPr txBox="1"/>
          <p:nvPr/>
        </p:nvSpPr>
        <p:spPr>
          <a:xfrm>
            <a:off x="4635692" y="59108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305" name="Text 15">
            <a:extLst>
              <a:ext uri="{FF2B5EF4-FFF2-40B4-BE49-F238E27FC236}">
                <a16:creationId xmlns:a16="http://schemas.microsoft.com/office/drawing/2014/main" id="{1AE7A30B-AD72-9DCD-B712-48C7B9E1E2C4}"/>
              </a:ext>
            </a:extLst>
          </p:cNvPr>
          <p:cNvSpPr txBox="1"/>
          <p:nvPr/>
        </p:nvSpPr>
        <p:spPr>
          <a:xfrm>
            <a:off x="4635692" y="601236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306" name="Shape 16">
            <a:extLst>
              <a:ext uri="{FF2B5EF4-FFF2-40B4-BE49-F238E27FC236}">
                <a16:creationId xmlns:a16="http://schemas.microsoft.com/office/drawing/2014/main" id="{54212A65-9A25-4EA4-6E36-D08A1B7232FB}"/>
              </a:ext>
            </a:extLst>
          </p:cNvPr>
          <p:cNvSpPr/>
          <p:nvPr/>
        </p:nvSpPr>
        <p:spPr>
          <a:xfrm>
            <a:off x="4023692" y="6187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07" name="Text 17">
            <a:extLst>
              <a:ext uri="{FF2B5EF4-FFF2-40B4-BE49-F238E27FC236}">
                <a16:creationId xmlns:a16="http://schemas.microsoft.com/office/drawing/2014/main" id="{76C0A7EF-E7E6-F4BB-639D-40DEE1E5E025}"/>
              </a:ext>
            </a:extLst>
          </p:cNvPr>
          <p:cNvSpPr txBox="1"/>
          <p:nvPr/>
        </p:nvSpPr>
        <p:spPr>
          <a:xfrm>
            <a:off x="4059692" y="6219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308" name="Text 18">
            <a:extLst>
              <a:ext uri="{FF2B5EF4-FFF2-40B4-BE49-F238E27FC236}">
                <a16:creationId xmlns:a16="http://schemas.microsoft.com/office/drawing/2014/main" id="{76D89B6A-0083-4746-F863-8E28E8EB2F36}"/>
              </a:ext>
            </a:extLst>
          </p:cNvPr>
          <p:cNvSpPr txBox="1"/>
          <p:nvPr/>
        </p:nvSpPr>
        <p:spPr>
          <a:xfrm>
            <a:off x="4635692" y="6219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309" name="Text 19">
            <a:extLst>
              <a:ext uri="{FF2B5EF4-FFF2-40B4-BE49-F238E27FC236}">
                <a16:creationId xmlns:a16="http://schemas.microsoft.com/office/drawing/2014/main" id="{577BA77D-191F-07FF-046B-9A791ADB7A10}"/>
              </a:ext>
            </a:extLst>
          </p:cNvPr>
          <p:cNvSpPr txBox="1"/>
          <p:nvPr/>
        </p:nvSpPr>
        <p:spPr>
          <a:xfrm>
            <a:off x="4635692" y="632124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310" name="Shape 20">
            <a:extLst>
              <a:ext uri="{FF2B5EF4-FFF2-40B4-BE49-F238E27FC236}">
                <a16:creationId xmlns:a16="http://schemas.microsoft.com/office/drawing/2014/main" id="{212DCACD-66A7-6091-120E-42E833C2F861}"/>
              </a:ext>
            </a:extLst>
          </p:cNvPr>
          <p:cNvSpPr/>
          <p:nvPr/>
        </p:nvSpPr>
        <p:spPr>
          <a:xfrm>
            <a:off x="4023692" y="642852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11" name="Text 21">
            <a:extLst>
              <a:ext uri="{FF2B5EF4-FFF2-40B4-BE49-F238E27FC236}">
                <a16:creationId xmlns:a16="http://schemas.microsoft.com/office/drawing/2014/main" id="{4533DB6C-4E7B-E04E-5EBD-ECB14F17383D}"/>
              </a:ext>
            </a:extLst>
          </p:cNvPr>
          <p:cNvSpPr txBox="1"/>
          <p:nvPr/>
        </p:nvSpPr>
        <p:spPr>
          <a:xfrm>
            <a:off x="4059692" y="642852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312" name="Text 22">
            <a:extLst>
              <a:ext uri="{FF2B5EF4-FFF2-40B4-BE49-F238E27FC236}">
                <a16:creationId xmlns:a16="http://schemas.microsoft.com/office/drawing/2014/main" id="{FFE2451A-0723-3694-5D70-691BAE265BCA}"/>
              </a:ext>
            </a:extLst>
          </p:cNvPr>
          <p:cNvSpPr txBox="1"/>
          <p:nvPr/>
        </p:nvSpPr>
        <p:spPr>
          <a:xfrm>
            <a:off x="4635692" y="642852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313" name="Shape 23">
            <a:extLst>
              <a:ext uri="{FF2B5EF4-FFF2-40B4-BE49-F238E27FC236}">
                <a16:creationId xmlns:a16="http://schemas.microsoft.com/office/drawing/2014/main" id="{FF8872AA-06A9-8816-DA58-231D817914CA}"/>
              </a:ext>
            </a:extLst>
          </p:cNvPr>
          <p:cNvSpPr/>
          <p:nvPr/>
        </p:nvSpPr>
        <p:spPr>
          <a:xfrm>
            <a:off x="4023692" y="6580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14" name="Text 24">
            <a:extLst>
              <a:ext uri="{FF2B5EF4-FFF2-40B4-BE49-F238E27FC236}">
                <a16:creationId xmlns:a16="http://schemas.microsoft.com/office/drawing/2014/main" id="{049A67E5-F21E-CA1D-A315-D4AA511C00C6}"/>
              </a:ext>
            </a:extLst>
          </p:cNvPr>
          <p:cNvSpPr txBox="1"/>
          <p:nvPr/>
        </p:nvSpPr>
        <p:spPr>
          <a:xfrm>
            <a:off x="4059692" y="6612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315" name="Text 25">
            <a:extLst>
              <a:ext uri="{FF2B5EF4-FFF2-40B4-BE49-F238E27FC236}">
                <a16:creationId xmlns:a16="http://schemas.microsoft.com/office/drawing/2014/main" id="{5BD45561-33F2-CB31-CB27-EE81E5772081}"/>
              </a:ext>
            </a:extLst>
          </p:cNvPr>
          <p:cNvSpPr txBox="1"/>
          <p:nvPr/>
        </p:nvSpPr>
        <p:spPr>
          <a:xfrm>
            <a:off x="4635692" y="6612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316" name="Text 26">
            <a:extLst>
              <a:ext uri="{FF2B5EF4-FFF2-40B4-BE49-F238E27FC236}">
                <a16:creationId xmlns:a16="http://schemas.microsoft.com/office/drawing/2014/main" id="{3518F4D0-9F65-6AB2-0777-CA1E6AD85D39}"/>
              </a:ext>
            </a:extLst>
          </p:cNvPr>
          <p:cNvSpPr txBox="1"/>
          <p:nvPr/>
        </p:nvSpPr>
        <p:spPr>
          <a:xfrm>
            <a:off x="4635692" y="6714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317" name="Shape 27">
            <a:extLst>
              <a:ext uri="{FF2B5EF4-FFF2-40B4-BE49-F238E27FC236}">
                <a16:creationId xmlns:a16="http://schemas.microsoft.com/office/drawing/2014/main" id="{FA587B74-E0F0-8948-0E02-FCC2406FD90D}"/>
              </a:ext>
            </a:extLst>
          </p:cNvPr>
          <p:cNvSpPr/>
          <p:nvPr/>
        </p:nvSpPr>
        <p:spPr>
          <a:xfrm>
            <a:off x="4023692" y="6889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18" name="Text 28">
            <a:extLst>
              <a:ext uri="{FF2B5EF4-FFF2-40B4-BE49-F238E27FC236}">
                <a16:creationId xmlns:a16="http://schemas.microsoft.com/office/drawing/2014/main" id="{6B27F3FC-5A4D-B75E-E3FA-A7C5015BD246}"/>
              </a:ext>
            </a:extLst>
          </p:cNvPr>
          <p:cNvSpPr txBox="1"/>
          <p:nvPr/>
        </p:nvSpPr>
        <p:spPr>
          <a:xfrm>
            <a:off x="4059692" y="6921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319" name="Text 29">
            <a:extLst>
              <a:ext uri="{FF2B5EF4-FFF2-40B4-BE49-F238E27FC236}">
                <a16:creationId xmlns:a16="http://schemas.microsoft.com/office/drawing/2014/main" id="{E1EBA60E-647A-9B1F-0034-D89E4005D6A4}"/>
              </a:ext>
            </a:extLst>
          </p:cNvPr>
          <p:cNvSpPr txBox="1"/>
          <p:nvPr/>
        </p:nvSpPr>
        <p:spPr>
          <a:xfrm>
            <a:off x="4635692" y="6921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320" name="Text 30">
            <a:extLst>
              <a:ext uri="{FF2B5EF4-FFF2-40B4-BE49-F238E27FC236}">
                <a16:creationId xmlns:a16="http://schemas.microsoft.com/office/drawing/2014/main" id="{70EBEFE5-5115-3DD7-C1E3-5490CF6F025B}"/>
              </a:ext>
            </a:extLst>
          </p:cNvPr>
          <p:cNvSpPr txBox="1"/>
          <p:nvPr/>
        </p:nvSpPr>
        <p:spPr>
          <a:xfrm>
            <a:off x="4635692" y="70228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321" name="Shape 31">
            <a:extLst>
              <a:ext uri="{FF2B5EF4-FFF2-40B4-BE49-F238E27FC236}">
                <a16:creationId xmlns:a16="http://schemas.microsoft.com/office/drawing/2014/main" id="{18F1584E-B176-CA84-AF4B-4715EB4FBD4B}"/>
              </a:ext>
            </a:extLst>
          </p:cNvPr>
          <p:cNvSpPr/>
          <p:nvPr/>
        </p:nvSpPr>
        <p:spPr>
          <a:xfrm>
            <a:off x="4023692" y="7130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22" name="Text 32">
            <a:extLst>
              <a:ext uri="{FF2B5EF4-FFF2-40B4-BE49-F238E27FC236}">
                <a16:creationId xmlns:a16="http://schemas.microsoft.com/office/drawing/2014/main" id="{AC4308A4-A015-53BE-2C6F-CB7832FB89D6}"/>
              </a:ext>
            </a:extLst>
          </p:cNvPr>
          <p:cNvSpPr txBox="1"/>
          <p:nvPr/>
        </p:nvSpPr>
        <p:spPr>
          <a:xfrm>
            <a:off x="4059692" y="7162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323" name="Text 33">
            <a:extLst>
              <a:ext uri="{FF2B5EF4-FFF2-40B4-BE49-F238E27FC236}">
                <a16:creationId xmlns:a16="http://schemas.microsoft.com/office/drawing/2014/main" id="{C2DE709F-B1B8-F87B-A8C2-1061989097D1}"/>
              </a:ext>
            </a:extLst>
          </p:cNvPr>
          <p:cNvSpPr txBox="1"/>
          <p:nvPr/>
        </p:nvSpPr>
        <p:spPr>
          <a:xfrm>
            <a:off x="4635692" y="7162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324" name="Text 34">
            <a:extLst>
              <a:ext uri="{FF2B5EF4-FFF2-40B4-BE49-F238E27FC236}">
                <a16:creationId xmlns:a16="http://schemas.microsoft.com/office/drawing/2014/main" id="{BD7D2551-C664-F4B9-9987-6492D93B3403}"/>
              </a:ext>
            </a:extLst>
          </p:cNvPr>
          <p:cNvSpPr txBox="1"/>
          <p:nvPr/>
        </p:nvSpPr>
        <p:spPr>
          <a:xfrm>
            <a:off x="4635692" y="72640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325" name="Shape 35">
            <a:extLst>
              <a:ext uri="{FF2B5EF4-FFF2-40B4-BE49-F238E27FC236}">
                <a16:creationId xmlns:a16="http://schemas.microsoft.com/office/drawing/2014/main" id="{B20CF1E3-A6D0-E2F2-09F5-CA875E3DDAE6}"/>
              </a:ext>
            </a:extLst>
          </p:cNvPr>
          <p:cNvSpPr/>
          <p:nvPr/>
        </p:nvSpPr>
        <p:spPr>
          <a:xfrm>
            <a:off x="4023692" y="73713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26" name="Text 36">
            <a:extLst>
              <a:ext uri="{FF2B5EF4-FFF2-40B4-BE49-F238E27FC236}">
                <a16:creationId xmlns:a16="http://schemas.microsoft.com/office/drawing/2014/main" id="{C280C293-9A1B-99C9-A966-B09EF18AE0D4}"/>
              </a:ext>
            </a:extLst>
          </p:cNvPr>
          <p:cNvSpPr txBox="1"/>
          <p:nvPr/>
        </p:nvSpPr>
        <p:spPr>
          <a:xfrm>
            <a:off x="4059692" y="74037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327" name="Text 37">
            <a:extLst>
              <a:ext uri="{FF2B5EF4-FFF2-40B4-BE49-F238E27FC236}">
                <a16:creationId xmlns:a16="http://schemas.microsoft.com/office/drawing/2014/main" id="{C3ACE5DF-BC63-2FAD-2FD9-999023972985}"/>
              </a:ext>
            </a:extLst>
          </p:cNvPr>
          <p:cNvSpPr txBox="1"/>
          <p:nvPr/>
        </p:nvSpPr>
        <p:spPr>
          <a:xfrm>
            <a:off x="4635692" y="74037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328" name="Text 38">
            <a:extLst>
              <a:ext uri="{FF2B5EF4-FFF2-40B4-BE49-F238E27FC236}">
                <a16:creationId xmlns:a16="http://schemas.microsoft.com/office/drawing/2014/main" id="{4B8EBBA0-FA27-C00A-D122-E7B430B5AADB}"/>
              </a:ext>
            </a:extLst>
          </p:cNvPr>
          <p:cNvSpPr txBox="1"/>
          <p:nvPr/>
        </p:nvSpPr>
        <p:spPr>
          <a:xfrm>
            <a:off x="4635692" y="750528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329" name="Shape 39">
            <a:extLst>
              <a:ext uri="{FF2B5EF4-FFF2-40B4-BE49-F238E27FC236}">
                <a16:creationId xmlns:a16="http://schemas.microsoft.com/office/drawing/2014/main" id="{1B552038-6E35-3EE0-686C-B69DE899E65E}"/>
              </a:ext>
            </a:extLst>
          </p:cNvPr>
          <p:cNvSpPr/>
          <p:nvPr/>
        </p:nvSpPr>
        <p:spPr>
          <a:xfrm>
            <a:off x="4023692" y="768024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30" name="Text 40">
            <a:extLst>
              <a:ext uri="{FF2B5EF4-FFF2-40B4-BE49-F238E27FC236}">
                <a16:creationId xmlns:a16="http://schemas.microsoft.com/office/drawing/2014/main" id="{81137DE7-23A7-6B11-3147-201E5920A30B}"/>
              </a:ext>
            </a:extLst>
          </p:cNvPr>
          <p:cNvSpPr txBox="1"/>
          <p:nvPr/>
        </p:nvSpPr>
        <p:spPr>
          <a:xfrm>
            <a:off x="4059692" y="768024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331" name="Text 41">
            <a:extLst>
              <a:ext uri="{FF2B5EF4-FFF2-40B4-BE49-F238E27FC236}">
                <a16:creationId xmlns:a16="http://schemas.microsoft.com/office/drawing/2014/main" id="{F746AC0D-B7DC-9431-F87A-D110C1303C21}"/>
              </a:ext>
            </a:extLst>
          </p:cNvPr>
          <p:cNvSpPr txBox="1"/>
          <p:nvPr/>
        </p:nvSpPr>
        <p:spPr>
          <a:xfrm>
            <a:off x="4635692" y="768024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332" name="Shape 42">
            <a:extLst>
              <a:ext uri="{FF2B5EF4-FFF2-40B4-BE49-F238E27FC236}">
                <a16:creationId xmlns:a16="http://schemas.microsoft.com/office/drawing/2014/main" id="{9BC70E45-EF32-FDAA-CB33-17B054476E85}"/>
              </a:ext>
            </a:extLst>
          </p:cNvPr>
          <p:cNvSpPr/>
          <p:nvPr/>
        </p:nvSpPr>
        <p:spPr>
          <a:xfrm>
            <a:off x="4023692" y="7832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33" name="Text 43">
            <a:extLst>
              <a:ext uri="{FF2B5EF4-FFF2-40B4-BE49-F238E27FC236}">
                <a16:creationId xmlns:a16="http://schemas.microsoft.com/office/drawing/2014/main" id="{BB86B19F-8986-F857-CC8D-FDF7317D66F8}"/>
              </a:ext>
            </a:extLst>
          </p:cNvPr>
          <p:cNvSpPr txBox="1"/>
          <p:nvPr/>
        </p:nvSpPr>
        <p:spPr>
          <a:xfrm>
            <a:off x="4059692" y="7864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334" name="Text 44">
            <a:extLst>
              <a:ext uri="{FF2B5EF4-FFF2-40B4-BE49-F238E27FC236}">
                <a16:creationId xmlns:a16="http://schemas.microsoft.com/office/drawing/2014/main" id="{83F7919F-8596-70E1-A4BD-20EEAF295F85}"/>
              </a:ext>
            </a:extLst>
          </p:cNvPr>
          <p:cNvSpPr txBox="1"/>
          <p:nvPr/>
        </p:nvSpPr>
        <p:spPr>
          <a:xfrm>
            <a:off x="4635692" y="7864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335" name="Text 45">
            <a:extLst>
              <a:ext uri="{FF2B5EF4-FFF2-40B4-BE49-F238E27FC236}">
                <a16:creationId xmlns:a16="http://schemas.microsoft.com/office/drawing/2014/main" id="{B71DC6B0-CDB8-D921-3162-F50A7F6DCF16}"/>
              </a:ext>
            </a:extLst>
          </p:cNvPr>
          <p:cNvSpPr txBox="1"/>
          <p:nvPr/>
        </p:nvSpPr>
        <p:spPr>
          <a:xfrm>
            <a:off x="4635692" y="796572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336" name="Shape 46">
            <a:extLst>
              <a:ext uri="{FF2B5EF4-FFF2-40B4-BE49-F238E27FC236}">
                <a16:creationId xmlns:a16="http://schemas.microsoft.com/office/drawing/2014/main" id="{D4D6D1D7-1699-28A5-A02C-D1339B391004}"/>
              </a:ext>
            </a:extLst>
          </p:cNvPr>
          <p:cNvSpPr/>
          <p:nvPr/>
        </p:nvSpPr>
        <p:spPr>
          <a:xfrm>
            <a:off x="4023692" y="80730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37" name="Text 47">
            <a:extLst>
              <a:ext uri="{FF2B5EF4-FFF2-40B4-BE49-F238E27FC236}">
                <a16:creationId xmlns:a16="http://schemas.microsoft.com/office/drawing/2014/main" id="{FF94F4B9-0DFB-C6D4-AC31-54954CC0178F}"/>
              </a:ext>
            </a:extLst>
          </p:cNvPr>
          <p:cNvSpPr txBox="1"/>
          <p:nvPr/>
        </p:nvSpPr>
        <p:spPr>
          <a:xfrm>
            <a:off x="4059692" y="81054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338" name="Text 48">
            <a:extLst>
              <a:ext uri="{FF2B5EF4-FFF2-40B4-BE49-F238E27FC236}">
                <a16:creationId xmlns:a16="http://schemas.microsoft.com/office/drawing/2014/main" id="{75CBB820-7C03-5F9E-23EF-B423C6BA5C42}"/>
              </a:ext>
            </a:extLst>
          </p:cNvPr>
          <p:cNvSpPr txBox="1"/>
          <p:nvPr/>
        </p:nvSpPr>
        <p:spPr>
          <a:xfrm>
            <a:off x="4635692" y="81054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339" name="Text 49">
            <a:extLst>
              <a:ext uri="{FF2B5EF4-FFF2-40B4-BE49-F238E27FC236}">
                <a16:creationId xmlns:a16="http://schemas.microsoft.com/office/drawing/2014/main" id="{61EAC224-5299-73C7-6A08-8B8C05AD7FC4}"/>
              </a:ext>
            </a:extLst>
          </p:cNvPr>
          <p:cNvSpPr txBox="1"/>
          <p:nvPr/>
        </p:nvSpPr>
        <p:spPr>
          <a:xfrm>
            <a:off x="4635692" y="820692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340" name="Shape 50">
            <a:extLst>
              <a:ext uri="{FF2B5EF4-FFF2-40B4-BE49-F238E27FC236}">
                <a16:creationId xmlns:a16="http://schemas.microsoft.com/office/drawing/2014/main" id="{AC1162A5-7FDD-285B-A079-F4FED3342500}"/>
              </a:ext>
            </a:extLst>
          </p:cNvPr>
          <p:cNvSpPr/>
          <p:nvPr/>
        </p:nvSpPr>
        <p:spPr>
          <a:xfrm>
            <a:off x="4023692" y="8382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41" name="Text 51">
            <a:extLst>
              <a:ext uri="{FF2B5EF4-FFF2-40B4-BE49-F238E27FC236}">
                <a16:creationId xmlns:a16="http://schemas.microsoft.com/office/drawing/2014/main" id="{C5E4722C-7987-0915-59B0-305FF7D199A6}"/>
              </a:ext>
            </a:extLst>
          </p:cNvPr>
          <p:cNvSpPr txBox="1"/>
          <p:nvPr/>
        </p:nvSpPr>
        <p:spPr>
          <a:xfrm>
            <a:off x="4059692" y="8414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342" name="Text 52">
            <a:extLst>
              <a:ext uri="{FF2B5EF4-FFF2-40B4-BE49-F238E27FC236}">
                <a16:creationId xmlns:a16="http://schemas.microsoft.com/office/drawing/2014/main" id="{1D64DEB5-C592-1C14-84A0-4C208AFFB9FC}"/>
              </a:ext>
            </a:extLst>
          </p:cNvPr>
          <p:cNvSpPr txBox="1"/>
          <p:nvPr/>
        </p:nvSpPr>
        <p:spPr>
          <a:xfrm>
            <a:off x="4635692" y="8414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343" name="Text 53">
            <a:extLst>
              <a:ext uri="{FF2B5EF4-FFF2-40B4-BE49-F238E27FC236}">
                <a16:creationId xmlns:a16="http://schemas.microsoft.com/office/drawing/2014/main" id="{835EFCAB-ADAC-13C7-5CA9-46C32ACAF23A}"/>
              </a:ext>
            </a:extLst>
          </p:cNvPr>
          <p:cNvSpPr txBox="1"/>
          <p:nvPr/>
        </p:nvSpPr>
        <p:spPr>
          <a:xfrm>
            <a:off x="4635692" y="851580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344" name="Shape 54">
            <a:extLst>
              <a:ext uri="{FF2B5EF4-FFF2-40B4-BE49-F238E27FC236}">
                <a16:creationId xmlns:a16="http://schemas.microsoft.com/office/drawing/2014/main" id="{44C8AD4E-5153-9F95-8FCE-937C3B8DE668}"/>
              </a:ext>
            </a:extLst>
          </p:cNvPr>
          <p:cNvSpPr/>
          <p:nvPr/>
        </p:nvSpPr>
        <p:spPr>
          <a:xfrm>
            <a:off x="4023692" y="8623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45" name="Text 55">
            <a:extLst>
              <a:ext uri="{FF2B5EF4-FFF2-40B4-BE49-F238E27FC236}">
                <a16:creationId xmlns:a16="http://schemas.microsoft.com/office/drawing/2014/main" id="{AF4BC753-B789-E08C-CA2C-6B335A900945}"/>
              </a:ext>
            </a:extLst>
          </p:cNvPr>
          <p:cNvSpPr txBox="1"/>
          <p:nvPr/>
        </p:nvSpPr>
        <p:spPr>
          <a:xfrm>
            <a:off x="4059692" y="8655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346" name="Text 56">
            <a:extLst>
              <a:ext uri="{FF2B5EF4-FFF2-40B4-BE49-F238E27FC236}">
                <a16:creationId xmlns:a16="http://schemas.microsoft.com/office/drawing/2014/main" id="{A3BA00AA-39D4-7249-57C8-A1D8974FD88F}"/>
              </a:ext>
            </a:extLst>
          </p:cNvPr>
          <p:cNvSpPr txBox="1"/>
          <p:nvPr/>
        </p:nvSpPr>
        <p:spPr>
          <a:xfrm>
            <a:off x="4635692" y="8655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347" name="Text 57">
            <a:extLst>
              <a:ext uri="{FF2B5EF4-FFF2-40B4-BE49-F238E27FC236}">
                <a16:creationId xmlns:a16="http://schemas.microsoft.com/office/drawing/2014/main" id="{0EA820C7-BB71-9BA9-2AB0-4EDB0376D1B6}"/>
              </a:ext>
            </a:extLst>
          </p:cNvPr>
          <p:cNvSpPr txBox="1"/>
          <p:nvPr/>
        </p:nvSpPr>
        <p:spPr>
          <a:xfrm>
            <a:off x="4635692" y="8757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348" name="Shape 58">
            <a:extLst>
              <a:ext uri="{FF2B5EF4-FFF2-40B4-BE49-F238E27FC236}">
                <a16:creationId xmlns:a16="http://schemas.microsoft.com/office/drawing/2014/main" id="{3D0969A9-7FBF-A84A-3A92-712BCCEDE3C7}"/>
              </a:ext>
            </a:extLst>
          </p:cNvPr>
          <p:cNvSpPr/>
          <p:nvPr/>
        </p:nvSpPr>
        <p:spPr>
          <a:xfrm>
            <a:off x="4023692" y="893196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49" name="Text 59">
            <a:extLst>
              <a:ext uri="{FF2B5EF4-FFF2-40B4-BE49-F238E27FC236}">
                <a16:creationId xmlns:a16="http://schemas.microsoft.com/office/drawing/2014/main" id="{1387DD6B-F02C-3A8E-AF87-2D9634A60C15}"/>
              </a:ext>
            </a:extLst>
          </p:cNvPr>
          <p:cNvSpPr txBox="1"/>
          <p:nvPr/>
        </p:nvSpPr>
        <p:spPr>
          <a:xfrm>
            <a:off x="4059692" y="893196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350" name="Text 60">
            <a:extLst>
              <a:ext uri="{FF2B5EF4-FFF2-40B4-BE49-F238E27FC236}">
                <a16:creationId xmlns:a16="http://schemas.microsoft.com/office/drawing/2014/main" id="{13FE78D6-9452-70CC-6335-561E7E8DD351}"/>
              </a:ext>
            </a:extLst>
          </p:cNvPr>
          <p:cNvSpPr txBox="1"/>
          <p:nvPr/>
        </p:nvSpPr>
        <p:spPr>
          <a:xfrm>
            <a:off x="4635692" y="893196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351" name="Shape 61">
            <a:extLst>
              <a:ext uri="{FF2B5EF4-FFF2-40B4-BE49-F238E27FC236}">
                <a16:creationId xmlns:a16="http://schemas.microsoft.com/office/drawing/2014/main" id="{9ADF035B-A302-CCCA-73EF-34BD68A7EE1A}"/>
              </a:ext>
            </a:extLst>
          </p:cNvPr>
          <p:cNvSpPr/>
          <p:nvPr/>
        </p:nvSpPr>
        <p:spPr>
          <a:xfrm>
            <a:off x="4023692" y="9148686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352" name="Text 63">
            <a:extLst>
              <a:ext uri="{FF2B5EF4-FFF2-40B4-BE49-F238E27FC236}">
                <a16:creationId xmlns:a16="http://schemas.microsoft.com/office/drawing/2014/main" id="{6668AC46-3C8A-36CF-EE45-659A3E7CC499}"/>
              </a:ext>
            </a:extLst>
          </p:cNvPr>
          <p:cNvSpPr txBox="1"/>
          <p:nvPr/>
        </p:nvSpPr>
        <p:spPr>
          <a:xfrm>
            <a:off x="4023692" y="9240486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1254412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CB8FF767-6B8E-743B-AFE4-CFA6B8B4452A}"/>
              </a:ext>
            </a:extLst>
          </p:cNvPr>
          <p:cNvSpPr/>
          <p:nvPr/>
        </p:nvSpPr>
        <p:spPr>
          <a:xfrm>
            <a:off x="-325" y="-2"/>
            <a:ext cx="7560325" cy="10691814"/>
          </a:xfrm>
          <a:custGeom>
            <a:avLst/>
            <a:gdLst>
              <a:gd name="connsiteX0" fmla="*/ 540325 w 7560325"/>
              <a:gd name="connsiteY0" fmla="*/ 540001 h 10691814"/>
              <a:gd name="connsiteX1" fmla="*/ 540325 w 7560325"/>
              <a:gd name="connsiteY1" fmla="*/ 10151814 h 10691814"/>
              <a:gd name="connsiteX2" fmla="*/ 7020000 w 7560325"/>
              <a:gd name="connsiteY2" fmla="*/ 10151814 h 10691814"/>
              <a:gd name="connsiteX3" fmla="*/ 7020000 w 7560325"/>
              <a:gd name="connsiteY3" fmla="*/ 540001 h 10691814"/>
              <a:gd name="connsiteX4" fmla="*/ 325 w 7560325"/>
              <a:gd name="connsiteY4" fmla="*/ 0 h 10691814"/>
              <a:gd name="connsiteX5" fmla="*/ 540325 w 7560325"/>
              <a:gd name="connsiteY5" fmla="*/ 0 h 10691814"/>
              <a:gd name="connsiteX6" fmla="*/ 540325 w 7560325"/>
              <a:gd name="connsiteY6" fmla="*/ 1 h 10691814"/>
              <a:gd name="connsiteX7" fmla="*/ 7020000 w 7560325"/>
              <a:gd name="connsiteY7" fmla="*/ 1 h 10691814"/>
              <a:gd name="connsiteX8" fmla="*/ 7020000 w 7560325"/>
              <a:gd name="connsiteY8" fmla="*/ 1 h 10691814"/>
              <a:gd name="connsiteX9" fmla="*/ 7560000 w 7560325"/>
              <a:gd name="connsiteY9" fmla="*/ 1 h 10691814"/>
              <a:gd name="connsiteX10" fmla="*/ 7560000 w 7560325"/>
              <a:gd name="connsiteY10" fmla="*/ 1 h 10691814"/>
              <a:gd name="connsiteX11" fmla="*/ 7560325 w 7560325"/>
              <a:gd name="connsiteY11" fmla="*/ 1 h 10691814"/>
              <a:gd name="connsiteX12" fmla="*/ 7560325 w 7560325"/>
              <a:gd name="connsiteY12" fmla="*/ 540001 h 10691814"/>
              <a:gd name="connsiteX13" fmla="*/ 7560000 w 7560325"/>
              <a:gd name="connsiteY13" fmla="*/ 540001 h 10691814"/>
              <a:gd name="connsiteX14" fmla="*/ 7560000 w 7560325"/>
              <a:gd name="connsiteY14" fmla="*/ 10151814 h 10691814"/>
              <a:gd name="connsiteX15" fmla="*/ 7560000 w 7560325"/>
              <a:gd name="connsiteY15" fmla="*/ 10691813 h 10691814"/>
              <a:gd name="connsiteX16" fmla="*/ 7560000 w 7560325"/>
              <a:gd name="connsiteY16" fmla="*/ 10691814 h 10691814"/>
              <a:gd name="connsiteX17" fmla="*/ 0 w 7560325"/>
              <a:gd name="connsiteY17" fmla="*/ 10691814 h 10691814"/>
              <a:gd name="connsiteX18" fmla="*/ 0 w 7560325"/>
              <a:gd name="connsiteY18" fmla="*/ 10151814 h 10691814"/>
              <a:gd name="connsiteX19" fmla="*/ 325 w 7560325"/>
              <a:gd name="connsiteY19" fmla="*/ 10151814 h 10691814"/>
              <a:gd name="connsiteX20" fmla="*/ 325 w 7560325"/>
              <a:gd name="connsiteY20" fmla="*/ 540001 h 10691814"/>
              <a:gd name="connsiteX21" fmla="*/ 325 w 7560325"/>
              <a:gd name="connsiteY21" fmla="*/ 540001 h 10691814"/>
              <a:gd name="connsiteX22" fmla="*/ 325 w 7560325"/>
              <a:gd name="connsiteY22" fmla="*/ 1 h 10691814"/>
              <a:gd name="connsiteX23" fmla="*/ 325 w 7560325"/>
              <a:gd name="connsiteY23" fmla="*/ 1 h 1069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60325" h="10691814">
                <a:moveTo>
                  <a:pt x="540325" y="540001"/>
                </a:moveTo>
                <a:lnTo>
                  <a:pt x="540325" y="10151814"/>
                </a:lnTo>
                <a:lnTo>
                  <a:pt x="7020000" y="10151814"/>
                </a:lnTo>
                <a:lnTo>
                  <a:pt x="7020000" y="540001"/>
                </a:lnTo>
                <a:close/>
                <a:moveTo>
                  <a:pt x="325" y="0"/>
                </a:moveTo>
                <a:lnTo>
                  <a:pt x="540325" y="0"/>
                </a:lnTo>
                <a:lnTo>
                  <a:pt x="540325" y="1"/>
                </a:lnTo>
                <a:lnTo>
                  <a:pt x="7020000" y="1"/>
                </a:lnTo>
                <a:lnTo>
                  <a:pt x="7020000" y="1"/>
                </a:lnTo>
                <a:lnTo>
                  <a:pt x="7560000" y="1"/>
                </a:lnTo>
                <a:lnTo>
                  <a:pt x="7560000" y="1"/>
                </a:lnTo>
                <a:lnTo>
                  <a:pt x="7560325" y="1"/>
                </a:lnTo>
                <a:lnTo>
                  <a:pt x="7560325" y="540001"/>
                </a:lnTo>
                <a:lnTo>
                  <a:pt x="7560000" y="540001"/>
                </a:lnTo>
                <a:lnTo>
                  <a:pt x="7560000" y="10151814"/>
                </a:lnTo>
                <a:lnTo>
                  <a:pt x="7560000" y="10691813"/>
                </a:lnTo>
                <a:lnTo>
                  <a:pt x="7560000" y="10691814"/>
                </a:lnTo>
                <a:lnTo>
                  <a:pt x="0" y="10691814"/>
                </a:lnTo>
                <a:lnTo>
                  <a:pt x="0" y="10151814"/>
                </a:lnTo>
                <a:lnTo>
                  <a:pt x="325" y="10151814"/>
                </a:lnTo>
                <a:lnTo>
                  <a:pt x="325" y="540001"/>
                </a:lnTo>
                <a:lnTo>
                  <a:pt x="325" y="540001"/>
                </a:lnTo>
                <a:lnTo>
                  <a:pt x="325" y="1"/>
                </a:lnTo>
                <a:lnTo>
                  <a:pt x="325" y="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283D2CF-78D9-2413-7998-4BB5B99B2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83" y="537028"/>
            <a:ext cx="3240854" cy="4500000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7E3EAAE4-E215-DCFB-0B2A-C0D924B6F124}"/>
              </a:ext>
            </a:extLst>
          </p:cNvPr>
          <p:cNvGrpSpPr/>
          <p:nvPr/>
        </p:nvGrpSpPr>
        <p:grpSpPr>
          <a:xfrm>
            <a:off x="744804" y="737290"/>
            <a:ext cx="2891080" cy="858192"/>
            <a:chOff x="719404" y="737290"/>
            <a:chExt cx="2891080" cy="858192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1C036CDB-94B0-6EB0-B214-584E1DF10656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73A6542-6C9B-CB9E-2F66-317B97AC4290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BCC6A1CB-E4D4-75FB-5830-F5FF1F9A65EB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183399E1-6E73-85B5-A72F-4DFF0B85DECB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" name="圖片 34">
            <a:extLst>
              <a:ext uri="{FF2B5EF4-FFF2-40B4-BE49-F238E27FC236}">
                <a16:creationId xmlns:a16="http://schemas.microsoft.com/office/drawing/2014/main" id="{5E491EAE-CF0D-A420-6F5C-FD1BF4A26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544" y="537028"/>
            <a:ext cx="3240854" cy="4500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214A6344-5AE5-A720-67F3-851E91322ADC}"/>
              </a:ext>
            </a:extLst>
          </p:cNvPr>
          <p:cNvGrpSpPr/>
          <p:nvPr/>
        </p:nvGrpSpPr>
        <p:grpSpPr>
          <a:xfrm>
            <a:off x="3994365" y="737290"/>
            <a:ext cx="2891080" cy="858192"/>
            <a:chOff x="719404" y="737290"/>
            <a:chExt cx="2891080" cy="858192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8BB5473-72BC-F088-2291-AD486286ED22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78CB8452-0421-65DF-4945-001368B32C75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0201300F-66DC-3C62-F803-1EED1F225E21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F3941298-04E5-C7AF-7AF9-E8489C596D4D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A586462E-3F44-2CA7-1F20-EE0562238D47}"/>
              </a:ext>
            </a:extLst>
          </p:cNvPr>
          <p:cNvSpPr txBox="1"/>
          <p:nvPr/>
        </p:nvSpPr>
        <p:spPr>
          <a:xfrm>
            <a:off x="1433089" y="2494640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zh-TW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86434DAF-317F-2032-8BB8-14B69A001D1E}"/>
              </a:ext>
            </a:extLst>
          </p:cNvPr>
          <p:cNvSpPr txBox="1"/>
          <p:nvPr/>
        </p:nvSpPr>
        <p:spPr>
          <a:xfrm>
            <a:off x="1433088" y="2494640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zh-TW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36DB0045-873F-BA1F-ECBA-13EAA35A4969}"/>
              </a:ext>
            </a:extLst>
          </p:cNvPr>
          <p:cNvSpPr txBox="1"/>
          <p:nvPr/>
        </p:nvSpPr>
        <p:spPr>
          <a:xfrm>
            <a:off x="4725870" y="2494639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zh-TW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圖片 64">
            <a:extLst>
              <a:ext uri="{FF2B5EF4-FFF2-40B4-BE49-F238E27FC236}">
                <a16:creationId xmlns:a16="http://schemas.microsoft.com/office/drawing/2014/main" id="{41CFC190-413A-75CB-A58C-A7E4944A6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83" y="5047914"/>
            <a:ext cx="3240854" cy="4500000"/>
          </a:xfrm>
          <a:prstGeom prst="rect">
            <a:avLst/>
          </a:prstGeom>
        </p:spPr>
      </p:pic>
      <p:grpSp>
        <p:nvGrpSpPr>
          <p:cNvPr id="66" name="群組 65">
            <a:extLst>
              <a:ext uri="{FF2B5EF4-FFF2-40B4-BE49-F238E27FC236}">
                <a16:creationId xmlns:a16="http://schemas.microsoft.com/office/drawing/2014/main" id="{FA8F6B50-7B25-6DB5-2F7A-956C5E49CD57}"/>
              </a:ext>
            </a:extLst>
          </p:cNvPr>
          <p:cNvGrpSpPr/>
          <p:nvPr/>
        </p:nvGrpSpPr>
        <p:grpSpPr>
          <a:xfrm>
            <a:off x="744804" y="5248176"/>
            <a:ext cx="2891080" cy="858192"/>
            <a:chOff x="719404" y="737290"/>
            <a:chExt cx="2891080" cy="858192"/>
          </a:xfrm>
        </p:grpSpPr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184892CF-321B-D81C-BB0E-7B99BAD5FE0C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256D32A8-AD28-15A4-60FA-EBBC284FA3BE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A5E85988-F025-0F11-E67B-3A84E5CC3D57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C4A9644E-DE7A-BF7E-4AC5-9018446EBAA9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1" name="圖片 70">
            <a:extLst>
              <a:ext uri="{FF2B5EF4-FFF2-40B4-BE49-F238E27FC236}">
                <a16:creationId xmlns:a16="http://schemas.microsoft.com/office/drawing/2014/main" id="{331471CE-DEDB-E3E9-C1FF-1DB2135AE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544" y="5047914"/>
            <a:ext cx="3240854" cy="4500000"/>
          </a:xfrm>
          <a:prstGeom prst="rect">
            <a:avLst/>
          </a:prstGeom>
        </p:spPr>
      </p:pic>
      <p:grpSp>
        <p:nvGrpSpPr>
          <p:cNvPr id="72" name="群組 71">
            <a:extLst>
              <a:ext uri="{FF2B5EF4-FFF2-40B4-BE49-F238E27FC236}">
                <a16:creationId xmlns:a16="http://schemas.microsoft.com/office/drawing/2014/main" id="{81616096-0F28-0EBD-3DA2-4687063F4AE3}"/>
              </a:ext>
            </a:extLst>
          </p:cNvPr>
          <p:cNvGrpSpPr/>
          <p:nvPr/>
        </p:nvGrpSpPr>
        <p:grpSpPr>
          <a:xfrm>
            <a:off x="3994365" y="5248176"/>
            <a:ext cx="2891080" cy="858192"/>
            <a:chOff x="719404" y="737290"/>
            <a:chExt cx="2891080" cy="858192"/>
          </a:xfrm>
        </p:grpSpPr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1D9020C7-B6F1-39A0-DF8A-99AB2FD298F5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52D2B952-95FB-153A-4290-2EED575C6069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BBF5CAB7-4660-65E4-9FDF-3885E327ED62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11FC1385-035E-2815-4555-34E7F0B9A34A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5FE48F1E-6AC2-D480-C606-B61ADB05961E}"/>
              </a:ext>
            </a:extLst>
          </p:cNvPr>
          <p:cNvSpPr txBox="1"/>
          <p:nvPr/>
        </p:nvSpPr>
        <p:spPr>
          <a:xfrm>
            <a:off x="1433089" y="7005526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zh-TW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825CFAAE-9A7E-798A-7276-508875114851}"/>
              </a:ext>
            </a:extLst>
          </p:cNvPr>
          <p:cNvSpPr txBox="1"/>
          <p:nvPr/>
        </p:nvSpPr>
        <p:spPr>
          <a:xfrm>
            <a:off x="1433088" y="7005526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zh-TW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09A1B4A9-D314-EADC-4EB7-2E7E6D525700}"/>
              </a:ext>
            </a:extLst>
          </p:cNvPr>
          <p:cNvSpPr txBox="1"/>
          <p:nvPr/>
        </p:nvSpPr>
        <p:spPr>
          <a:xfrm>
            <a:off x="4725870" y="7005525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zh-TW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20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>
            <a:extLst>
              <a:ext uri="{FF2B5EF4-FFF2-40B4-BE49-F238E27FC236}">
                <a16:creationId xmlns:a16="http://schemas.microsoft.com/office/drawing/2014/main" id="{6BFC371E-0DCF-E443-5692-4285D2562F10}"/>
              </a:ext>
            </a:extLst>
          </p:cNvPr>
          <p:cNvSpPr/>
          <p:nvPr/>
        </p:nvSpPr>
        <p:spPr>
          <a:xfrm>
            <a:off x="540000" y="50472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BFAE2FD-A212-9B0C-C79A-A054D3354914}"/>
              </a:ext>
            </a:extLst>
          </p:cNvPr>
          <p:cNvSpPr/>
          <p:nvPr/>
        </p:nvSpPr>
        <p:spPr>
          <a:xfrm>
            <a:off x="3790800" y="50472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190D237-9FE8-D881-1602-90EE7A4E8722}"/>
              </a:ext>
            </a:extLst>
          </p:cNvPr>
          <p:cNvSpPr/>
          <p:nvPr/>
        </p:nvSpPr>
        <p:spPr>
          <a:xfrm>
            <a:off x="3790800" y="5364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05AA0ED-EFAE-F103-A3C6-DDBC7771988B}"/>
              </a:ext>
            </a:extLst>
          </p:cNvPr>
          <p:cNvSpPr/>
          <p:nvPr/>
        </p:nvSpPr>
        <p:spPr>
          <a:xfrm>
            <a:off x="540000" y="537028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CB8FF767-6B8E-743B-AFE4-CFA6B8B4452A}"/>
              </a:ext>
            </a:extLst>
          </p:cNvPr>
          <p:cNvSpPr/>
          <p:nvPr/>
        </p:nvSpPr>
        <p:spPr>
          <a:xfrm>
            <a:off x="-325" y="-2"/>
            <a:ext cx="7560325" cy="10691814"/>
          </a:xfrm>
          <a:custGeom>
            <a:avLst/>
            <a:gdLst>
              <a:gd name="connsiteX0" fmla="*/ 540325 w 7560325"/>
              <a:gd name="connsiteY0" fmla="*/ 540001 h 10691814"/>
              <a:gd name="connsiteX1" fmla="*/ 540325 w 7560325"/>
              <a:gd name="connsiteY1" fmla="*/ 10151814 h 10691814"/>
              <a:gd name="connsiteX2" fmla="*/ 7020000 w 7560325"/>
              <a:gd name="connsiteY2" fmla="*/ 10151814 h 10691814"/>
              <a:gd name="connsiteX3" fmla="*/ 7020000 w 7560325"/>
              <a:gd name="connsiteY3" fmla="*/ 540001 h 10691814"/>
              <a:gd name="connsiteX4" fmla="*/ 325 w 7560325"/>
              <a:gd name="connsiteY4" fmla="*/ 0 h 10691814"/>
              <a:gd name="connsiteX5" fmla="*/ 540325 w 7560325"/>
              <a:gd name="connsiteY5" fmla="*/ 0 h 10691814"/>
              <a:gd name="connsiteX6" fmla="*/ 540325 w 7560325"/>
              <a:gd name="connsiteY6" fmla="*/ 1 h 10691814"/>
              <a:gd name="connsiteX7" fmla="*/ 7020000 w 7560325"/>
              <a:gd name="connsiteY7" fmla="*/ 1 h 10691814"/>
              <a:gd name="connsiteX8" fmla="*/ 7020000 w 7560325"/>
              <a:gd name="connsiteY8" fmla="*/ 1 h 10691814"/>
              <a:gd name="connsiteX9" fmla="*/ 7560000 w 7560325"/>
              <a:gd name="connsiteY9" fmla="*/ 1 h 10691814"/>
              <a:gd name="connsiteX10" fmla="*/ 7560000 w 7560325"/>
              <a:gd name="connsiteY10" fmla="*/ 1 h 10691814"/>
              <a:gd name="connsiteX11" fmla="*/ 7560325 w 7560325"/>
              <a:gd name="connsiteY11" fmla="*/ 1 h 10691814"/>
              <a:gd name="connsiteX12" fmla="*/ 7560325 w 7560325"/>
              <a:gd name="connsiteY12" fmla="*/ 540001 h 10691814"/>
              <a:gd name="connsiteX13" fmla="*/ 7560000 w 7560325"/>
              <a:gd name="connsiteY13" fmla="*/ 540001 h 10691814"/>
              <a:gd name="connsiteX14" fmla="*/ 7560000 w 7560325"/>
              <a:gd name="connsiteY14" fmla="*/ 10151814 h 10691814"/>
              <a:gd name="connsiteX15" fmla="*/ 7560000 w 7560325"/>
              <a:gd name="connsiteY15" fmla="*/ 10691813 h 10691814"/>
              <a:gd name="connsiteX16" fmla="*/ 7560000 w 7560325"/>
              <a:gd name="connsiteY16" fmla="*/ 10691814 h 10691814"/>
              <a:gd name="connsiteX17" fmla="*/ 0 w 7560325"/>
              <a:gd name="connsiteY17" fmla="*/ 10691814 h 10691814"/>
              <a:gd name="connsiteX18" fmla="*/ 0 w 7560325"/>
              <a:gd name="connsiteY18" fmla="*/ 10151814 h 10691814"/>
              <a:gd name="connsiteX19" fmla="*/ 325 w 7560325"/>
              <a:gd name="connsiteY19" fmla="*/ 10151814 h 10691814"/>
              <a:gd name="connsiteX20" fmla="*/ 325 w 7560325"/>
              <a:gd name="connsiteY20" fmla="*/ 540001 h 10691814"/>
              <a:gd name="connsiteX21" fmla="*/ 325 w 7560325"/>
              <a:gd name="connsiteY21" fmla="*/ 540001 h 10691814"/>
              <a:gd name="connsiteX22" fmla="*/ 325 w 7560325"/>
              <a:gd name="connsiteY22" fmla="*/ 1 h 10691814"/>
              <a:gd name="connsiteX23" fmla="*/ 325 w 7560325"/>
              <a:gd name="connsiteY23" fmla="*/ 1 h 1069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60325" h="10691814">
                <a:moveTo>
                  <a:pt x="540325" y="540001"/>
                </a:moveTo>
                <a:lnTo>
                  <a:pt x="540325" y="10151814"/>
                </a:lnTo>
                <a:lnTo>
                  <a:pt x="7020000" y="10151814"/>
                </a:lnTo>
                <a:lnTo>
                  <a:pt x="7020000" y="540001"/>
                </a:lnTo>
                <a:close/>
                <a:moveTo>
                  <a:pt x="325" y="0"/>
                </a:moveTo>
                <a:lnTo>
                  <a:pt x="540325" y="0"/>
                </a:lnTo>
                <a:lnTo>
                  <a:pt x="540325" y="1"/>
                </a:lnTo>
                <a:lnTo>
                  <a:pt x="7020000" y="1"/>
                </a:lnTo>
                <a:lnTo>
                  <a:pt x="7020000" y="1"/>
                </a:lnTo>
                <a:lnTo>
                  <a:pt x="7560000" y="1"/>
                </a:lnTo>
                <a:lnTo>
                  <a:pt x="7560000" y="1"/>
                </a:lnTo>
                <a:lnTo>
                  <a:pt x="7560325" y="1"/>
                </a:lnTo>
                <a:lnTo>
                  <a:pt x="7560325" y="540001"/>
                </a:lnTo>
                <a:lnTo>
                  <a:pt x="7560000" y="540001"/>
                </a:lnTo>
                <a:lnTo>
                  <a:pt x="7560000" y="10151814"/>
                </a:lnTo>
                <a:lnTo>
                  <a:pt x="7560000" y="10691813"/>
                </a:lnTo>
                <a:lnTo>
                  <a:pt x="7560000" y="10691814"/>
                </a:lnTo>
                <a:lnTo>
                  <a:pt x="0" y="10691814"/>
                </a:lnTo>
                <a:lnTo>
                  <a:pt x="0" y="10151814"/>
                </a:lnTo>
                <a:lnTo>
                  <a:pt x="325" y="10151814"/>
                </a:lnTo>
                <a:lnTo>
                  <a:pt x="325" y="540001"/>
                </a:lnTo>
                <a:lnTo>
                  <a:pt x="325" y="540001"/>
                </a:lnTo>
                <a:lnTo>
                  <a:pt x="325" y="1"/>
                </a:lnTo>
                <a:lnTo>
                  <a:pt x="325" y="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00" name="Shape 0">
            <a:extLst>
              <a:ext uri="{FF2B5EF4-FFF2-40B4-BE49-F238E27FC236}">
                <a16:creationId xmlns:a16="http://schemas.microsoft.com/office/drawing/2014/main" id="{F1CEA8CD-71BE-4C30-FC6A-32159B0C7711}"/>
              </a:ext>
            </a:extLst>
          </p:cNvPr>
          <p:cNvSpPr/>
          <p:nvPr/>
        </p:nvSpPr>
        <p:spPr>
          <a:xfrm>
            <a:off x="538820" y="536314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101" name="Shape 1">
            <a:extLst>
              <a:ext uri="{FF2B5EF4-FFF2-40B4-BE49-F238E27FC236}">
                <a16:creationId xmlns:a16="http://schemas.microsoft.com/office/drawing/2014/main" id="{A2960759-0724-7258-0AEC-8ED322B5BA9A}"/>
              </a:ext>
            </a:extLst>
          </p:cNvPr>
          <p:cNvSpPr/>
          <p:nvPr/>
        </p:nvSpPr>
        <p:spPr>
          <a:xfrm>
            <a:off x="772820" y="73431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02" name="Text 2">
            <a:extLst>
              <a:ext uri="{FF2B5EF4-FFF2-40B4-BE49-F238E27FC236}">
                <a16:creationId xmlns:a16="http://schemas.microsoft.com/office/drawing/2014/main" id="{C0FBF812-1EEC-E187-6F47-7D0748E02743}"/>
              </a:ext>
            </a:extLst>
          </p:cNvPr>
          <p:cNvSpPr txBox="1"/>
          <p:nvPr/>
        </p:nvSpPr>
        <p:spPr>
          <a:xfrm>
            <a:off x="808820" y="73431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103" name="Text 3">
            <a:extLst>
              <a:ext uri="{FF2B5EF4-FFF2-40B4-BE49-F238E27FC236}">
                <a16:creationId xmlns:a16="http://schemas.microsoft.com/office/drawing/2014/main" id="{EF7F6620-E94A-072A-87D7-77D2FFE95A07}"/>
              </a:ext>
            </a:extLst>
          </p:cNvPr>
          <p:cNvSpPr txBox="1"/>
          <p:nvPr/>
        </p:nvSpPr>
        <p:spPr>
          <a:xfrm>
            <a:off x="1384820" y="73431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104" name="Shape 4">
            <a:extLst>
              <a:ext uri="{FF2B5EF4-FFF2-40B4-BE49-F238E27FC236}">
                <a16:creationId xmlns:a16="http://schemas.microsoft.com/office/drawing/2014/main" id="{EE57B88D-1250-5E89-590E-CE2570EF397C}"/>
              </a:ext>
            </a:extLst>
          </p:cNvPr>
          <p:cNvSpPr/>
          <p:nvPr/>
        </p:nvSpPr>
        <p:spPr>
          <a:xfrm>
            <a:off x="772820" y="8862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5819A699-1E97-F8B0-17E1-9659E0EAF004}"/>
              </a:ext>
            </a:extLst>
          </p:cNvPr>
          <p:cNvSpPr txBox="1"/>
          <p:nvPr/>
        </p:nvSpPr>
        <p:spPr>
          <a:xfrm>
            <a:off x="808820" y="9186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106" name="Text 6">
            <a:extLst>
              <a:ext uri="{FF2B5EF4-FFF2-40B4-BE49-F238E27FC236}">
                <a16:creationId xmlns:a16="http://schemas.microsoft.com/office/drawing/2014/main" id="{0F59E54A-A8FD-91A1-ADE8-51A5BE3982B9}"/>
              </a:ext>
            </a:extLst>
          </p:cNvPr>
          <p:cNvSpPr txBox="1"/>
          <p:nvPr/>
        </p:nvSpPr>
        <p:spPr>
          <a:xfrm>
            <a:off x="1384820" y="9186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4376AC15-EAB5-73C3-0419-E088E8DF0499}"/>
              </a:ext>
            </a:extLst>
          </p:cNvPr>
          <p:cNvSpPr txBox="1"/>
          <p:nvPr/>
        </p:nvSpPr>
        <p:spPr>
          <a:xfrm>
            <a:off x="1384820" y="10197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108" name="Shape 8">
            <a:extLst>
              <a:ext uri="{FF2B5EF4-FFF2-40B4-BE49-F238E27FC236}">
                <a16:creationId xmlns:a16="http://schemas.microsoft.com/office/drawing/2014/main" id="{71F91B4A-5201-F69A-C232-B6593848804F}"/>
              </a:ext>
            </a:extLst>
          </p:cNvPr>
          <p:cNvSpPr/>
          <p:nvPr/>
        </p:nvSpPr>
        <p:spPr>
          <a:xfrm>
            <a:off x="772820" y="1127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09" name="Text 9">
            <a:extLst>
              <a:ext uri="{FF2B5EF4-FFF2-40B4-BE49-F238E27FC236}">
                <a16:creationId xmlns:a16="http://schemas.microsoft.com/office/drawing/2014/main" id="{99220364-9144-D99F-65AC-56D838EBB8FC}"/>
              </a:ext>
            </a:extLst>
          </p:cNvPr>
          <p:cNvSpPr txBox="1"/>
          <p:nvPr/>
        </p:nvSpPr>
        <p:spPr>
          <a:xfrm>
            <a:off x="808820" y="1159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83B8B390-2922-8EB9-163E-AFD7E52A6F49}"/>
              </a:ext>
            </a:extLst>
          </p:cNvPr>
          <p:cNvSpPr txBox="1"/>
          <p:nvPr/>
        </p:nvSpPr>
        <p:spPr>
          <a:xfrm>
            <a:off x="1384820" y="1159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67B4CE67-97BA-FEE4-131A-956A464B3748}"/>
              </a:ext>
            </a:extLst>
          </p:cNvPr>
          <p:cNvSpPr txBox="1"/>
          <p:nvPr/>
        </p:nvSpPr>
        <p:spPr>
          <a:xfrm>
            <a:off x="1384820" y="12609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112" name="Shape 12">
            <a:extLst>
              <a:ext uri="{FF2B5EF4-FFF2-40B4-BE49-F238E27FC236}">
                <a16:creationId xmlns:a16="http://schemas.microsoft.com/office/drawing/2014/main" id="{B78FF145-9F8B-83EC-C793-FA5C3EC22E57}"/>
              </a:ext>
            </a:extLst>
          </p:cNvPr>
          <p:cNvSpPr/>
          <p:nvPr/>
        </p:nvSpPr>
        <p:spPr>
          <a:xfrm>
            <a:off x="772820" y="13682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13" name="Text 13">
            <a:extLst>
              <a:ext uri="{FF2B5EF4-FFF2-40B4-BE49-F238E27FC236}">
                <a16:creationId xmlns:a16="http://schemas.microsoft.com/office/drawing/2014/main" id="{2152544A-B966-EF8E-2643-EC043C59400D}"/>
              </a:ext>
            </a:extLst>
          </p:cNvPr>
          <p:cNvSpPr txBox="1"/>
          <p:nvPr/>
        </p:nvSpPr>
        <p:spPr>
          <a:xfrm>
            <a:off x="808820" y="14006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114" name="Text 14">
            <a:extLst>
              <a:ext uri="{FF2B5EF4-FFF2-40B4-BE49-F238E27FC236}">
                <a16:creationId xmlns:a16="http://schemas.microsoft.com/office/drawing/2014/main" id="{B08C6B25-93A0-A93E-1D61-AE4F76E1369D}"/>
              </a:ext>
            </a:extLst>
          </p:cNvPr>
          <p:cNvSpPr txBox="1"/>
          <p:nvPr/>
        </p:nvSpPr>
        <p:spPr>
          <a:xfrm>
            <a:off x="1384820" y="14006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8F1B567D-926D-3D47-4598-7B352CFBDF26}"/>
              </a:ext>
            </a:extLst>
          </p:cNvPr>
          <p:cNvSpPr txBox="1"/>
          <p:nvPr/>
        </p:nvSpPr>
        <p:spPr>
          <a:xfrm>
            <a:off x="1384820" y="150219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116" name="Shape 16">
            <a:extLst>
              <a:ext uri="{FF2B5EF4-FFF2-40B4-BE49-F238E27FC236}">
                <a16:creationId xmlns:a16="http://schemas.microsoft.com/office/drawing/2014/main" id="{89CA7D6B-0F2F-248C-F058-BE376602FE21}"/>
              </a:ext>
            </a:extLst>
          </p:cNvPr>
          <p:cNvSpPr/>
          <p:nvPr/>
        </p:nvSpPr>
        <p:spPr>
          <a:xfrm>
            <a:off x="772820" y="1677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BE812DD9-0903-1733-D302-8450004B7FEE}"/>
              </a:ext>
            </a:extLst>
          </p:cNvPr>
          <p:cNvSpPr txBox="1"/>
          <p:nvPr/>
        </p:nvSpPr>
        <p:spPr>
          <a:xfrm>
            <a:off x="808820" y="1709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118" name="Text 18">
            <a:extLst>
              <a:ext uri="{FF2B5EF4-FFF2-40B4-BE49-F238E27FC236}">
                <a16:creationId xmlns:a16="http://schemas.microsoft.com/office/drawing/2014/main" id="{266F6A15-F69F-1C0E-FDA4-E15683C71F0E}"/>
              </a:ext>
            </a:extLst>
          </p:cNvPr>
          <p:cNvSpPr txBox="1"/>
          <p:nvPr/>
        </p:nvSpPr>
        <p:spPr>
          <a:xfrm>
            <a:off x="1384820" y="1709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08EFD467-4E76-D77A-43FE-BA497A9B35FE}"/>
              </a:ext>
            </a:extLst>
          </p:cNvPr>
          <p:cNvSpPr txBox="1"/>
          <p:nvPr/>
        </p:nvSpPr>
        <p:spPr>
          <a:xfrm>
            <a:off x="1384820" y="181107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120" name="Shape 20">
            <a:extLst>
              <a:ext uri="{FF2B5EF4-FFF2-40B4-BE49-F238E27FC236}">
                <a16:creationId xmlns:a16="http://schemas.microsoft.com/office/drawing/2014/main" id="{2CFD192F-EAF3-6A77-4251-A3C1C305E2F3}"/>
              </a:ext>
            </a:extLst>
          </p:cNvPr>
          <p:cNvSpPr/>
          <p:nvPr/>
        </p:nvSpPr>
        <p:spPr>
          <a:xfrm>
            <a:off x="772820" y="191835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21" name="Text 21">
            <a:extLst>
              <a:ext uri="{FF2B5EF4-FFF2-40B4-BE49-F238E27FC236}">
                <a16:creationId xmlns:a16="http://schemas.microsoft.com/office/drawing/2014/main" id="{2DAAB2FC-2C5E-7EC7-432B-6145056A34C5}"/>
              </a:ext>
            </a:extLst>
          </p:cNvPr>
          <p:cNvSpPr txBox="1"/>
          <p:nvPr/>
        </p:nvSpPr>
        <p:spPr>
          <a:xfrm>
            <a:off x="808820" y="191835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122" name="Text 22">
            <a:extLst>
              <a:ext uri="{FF2B5EF4-FFF2-40B4-BE49-F238E27FC236}">
                <a16:creationId xmlns:a16="http://schemas.microsoft.com/office/drawing/2014/main" id="{B8DC0306-D441-287C-C0B5-FF02E87FB6A7}"/>
              </a:ext>
            </a:extLst>
          </p:cNvPr>
          <p:cNvSpPr txBox="1"/>
          <p:nvPr/>
        </p:nvSpPr>
        <p:spPr>
          <a:xfrm>
            <a:off x="1384820" y="191835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123" name="Shape 23">
            <a:extLst>
              <a:ext uri="{FF2B5EF4-FFF2-40B4-BE49-F238E27FC236}">
                <a16:creationId xmlns:a16="http://schemas.microsoft.com/office/drawing/2014/main" id="{D29117C8-48DD-E903-4A0E-BC8297BA01E1}"/>
              </a:ext>
            </a:extLst>
          </p:cNvPr>
          <p:cNvSpPr/>
          <p:nvPr/>
        </p:nvSpPr>
        <p:spPr>
          <a:xfrm>
            <a:off x="772820" y="2069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24" name="Text 24">
            <a:extLst>
              <a:ext uri="{FF2B5EF4-FFF2-40B4-BE49-F238E27FC236}">
                <a16:creationId xmlns:a16="http://schemas.microsoft.com/office/drawing/2014/main" id="{AD56B2AB-1EC6-2BE3-4168-C749A161F5D7}"/>
              </a:ext>
            </a:extLst>
          </p:cNvPr>
          <p:cNvSpPr txBox="1"/>
          <p:nvPr/>
        </p:nvSpPr>
        <p:spPr>
          <a:xfrm>
            <a:off x="808820" y="2102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125" name="Text 25">
            <a:extLst>
              <a:ext uri="{FF2B5EF4-FFF2-40B4-BE49-F238E27FC236}">
                <a16:creationId xmlns:a16="http://schemas.microsoft.com/office/drawing/2014/main" id="{96A27347-EA4E-9980-F5AF-E60188E256A9}"/>
              </a:ext>
            </a:extLst>
          </p:cNvPr>
          <p:cNvSpPr txBox="1"/>
          <p:nvPr/>
        </p:nvSpPr>
        <p:spPr>
          <a:xfrm>
            <a:off x="1384820" y="2102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126" name="Text 26">
            <a:extLst>
              <a:ext uri="{FF2B5EF4-FFF2-40B4-BE49-F238E27FC236}">
                <a16:creationId xmlns:a16="http://schemas.microsoft.com/office/drawing/2014/main" id="{0315A1A5-9715-0B26-8170-CE060AA8460B}"/>
              </a:ext>
            </a:extLst>
          </p:cNvPr>
          <p:cNvSpPr txBox="1"/>
          <p:nvPr/>
        </p:nvSpPr>
        <p:spPr>
          <a:xfrm>
            <a:off x="1384820" y="2203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127" name="Shape 27">
            <a:extLst>
              <a:ext uri="{FF2B5EF4-FFF2-40B4-BE49-F238E27FC236}">
                <a16:creationId xmlns:a16="http://schemas.microsoft.com/office/drawing/2014/main" id="{4FE6EB67-F7B1-E86A-F6C6-D4ADAC164701}"/>
              </a:ext>
            </a:extLst>
          </p:cNvPr>
          <p:cNvSpPr/>
          <p:nvPr/>
        </p:nvSpPr>
        <p:spPr>
          <a:xfrm>
            <a:off x="772820" y="2379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28" name="Text 28">
            <a:extLst>
              <a:ext uri="{FF2B5EF4-FFF2-40B4-BE49-F238E27FC236}">
                <a16:creationId xmlns:a16="http://schemas.microsoft.com/office/drawing/2014/main" id="{316925D7-4EC8-50DF-4851-D89D4F8AB822}"/>
              </a:ext>
            </a:extLst>
          </p:cNvPr>
          <p:cNvSpPr txBox="1"/>
          <p:nvPr/>
        </p:nvSpPr>
        <p:spPr>
          <a:xfrm>
            <a:off x="808820" y="2411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129" name="Text 29">
            <a:extLst>
              <a:ext uri="{FF2B5EF4-FFF2-40B4-BE49-F238E27FC236}">
                <a16:creationId xmlns:a16="http://schemas.microsoft.com/office/drawing/2014/main" id="{BA2CC395-A683-0821-3228-98503902566D}"/>
              </a:ext>
            </a:extLst>
          </p:cNvPr>
          <p:cNvSpPr txBox="1"/>
          <p:nvPr/>
        </p:nvSpPr>
        <p:spPr>
          <a:xfrm>
            <a:off x="1384820" y="2411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130" name="Text 30">
            <a:extLst>
              <a:ext uri="{FF2B5EF4-FFF2-40B4-BE49-F238E27FC236}">
                <a16:creationId xmlns:a16="http://schemas.microsoft.com/office/drawing/2014/main" id="{3E2E30DE-607D-9EC6-F550-F43FC3C06039}"/>
              </a:ext>
            </a:extLst>
          </p:cNvPr>
          <p:cNvSpPr txBox="1"/>
          <p:nvPr/>
        </p:nvSpPr>
        <p:spPr>
          <a:xfrm>
            <a:off x="1384820" y="25127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131" name="Shape 31">
            <a:extLst>
              <a:ext uri="{FF2B5EF4-FFF2-40B4-BE49-F238E27FC236}">
                <a16:creationId xmlns:a16="http://schemas.microsoft.com/office/drawing/2014/main" id="{13538567-1FD3-473A-BB4A-CD9079F017E5}"/>
              </a:ext>
            </a:extLst>
          </p:cNvPr>
          <p:cNvSpPr/>
          <p:nvPr/>
        </p:nvSpPr>
        <p:spPr>
          <a:xfrm>
            <a:off x="772820" y="2619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32" name="Text 32">
            <a:extLst>
              <a:ext uri="{FF2B5EF4-FFF2-40B4-BE49-F238E27FC236}">
                <a16:creationId xmlns:a16="http://schemas.microsoft.com/office/drawing/2014/main" id="{C2BF095D-01C6-C0AF-85D7-B016E5879EFB}"/>
              </a:ext>
            </a:extLst>
          </p:cNvPr>
          <p:cNvSpPr txBox="1"/>
          <p:nvPr/>
        </p:nvSpPr>
        <p:spPr>
          <a:xfrm>
            <a:off x="808820" y="2652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133" name="Text 33">
            <a:extLst>
              <a:ext uri="{FF2B5EF4-FFF2-40B4-BE49-F238E27FC236}">
                <a16:creationId xmlns:a16="http://schemas.microsoft.com/office/drawing/2014/main" id="{8BA5A06D-417D-E41A-2ED8-9C923BC67892}"/>
              </a:ext>
            </a:extLst>
          </p:cNvPr>
          <p:cNvSpPr txBox="1"/>
          <p:nvPr/>
        </p:nvSpPr>
        <p:spPr>
          <a:xfrm>
            <a:off x="1384820" y="2652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134" name="Text 34">
            <a:extLst>
              <a:ext uri="{FF2B5EF4-FFF2-40B4-BE49-F238E27FC236}">
                <a16:creationId xmlns:a16="http://schemas.microsoft.com/office/drawing/2014/main" id="{C2687695-5E1B-98F2-C3D0-B1CBED53CDFE}"/>
              </a:ext>
            </a:extLst>
          </p:cNvPr>
          <p:cNvSpPr txBox="1"/>
          <p:nvPr/>
        </p:nvSpPr>
        <p:spPr>
          <a:xfrm>
            <a:off x="1384820" y="27539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135" name="Shape 35">
            <a:extLst>
              <a:ext uri="{FF2B5EF4-FFF2-40B4-BE49-F238E27FC236}">
                <a16:creationId xmlns:a16="http://schemas.microsoft.com/office/drawing/2014/main" id="{CBD833EA-1AE3-C56B-0BCF-EC13F01FC9DD}"/>
              </a:ext>
            </a:extLst>
          </p:cNvPr>
          <p:cNvSpPr/>
          <p:nvPr/>
        </p:nvSpPr>
        <p:spPr>
          <a:xfrm>
            <a:off x="772820" y="28611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36" name="Text 36">
            <a:extLst>
              <a:ext uri="{FF2B5EF4-FFF2-40B4-BE49-F238E27FC236}">
                <a16:creationId xmlns:a16="http://schemas.microsoft.com/office/drawing/2014/main" id="{40417AC4-95E6-6914-DCB7-BDD9FBF7B8A6}"/>
              </a:ext>
            </a:extLst>
          </p:cNvPr>
          <p:cNvSpPr txBox="1"/>
          <p:nvPr/>
        </p:nvSpPr>
        <p:spPr>
          <a:xfrm>
            <a:off x="808820" y="28935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137" name="Text 37">
            <a:extLst>
              <a:ext uri="{FF2B5EF4-FFF2-40B4-BE49-F238E27FC236}">
                <a16:creationId xmlns:a16="http://schemas.microsoft.com/office/drawing/2014/main" id="{6CAF515B-3D67-7F95-4D94-78A5704AB834}"/>
              </a:ext>
            </a:extLst>
          </p:cNvPr>
          <p:cNvSpPr txBox="1"/>
          <p:nvPr/>
        </p:nvSpPr>
        <p:spPr>
          <a:xfrm>
            <a:off x="1384820" y="28935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138" name="Text 38">
            <a:extLst>
              <a:ext uri="{FF2B5EF4-FFF2-40B4-BE49-F238E27FC236}">
                <a16:creationId xmlns:a16="http://schemas.microsoft.com/office/drawing/2014/main" id="{355C4361-D1EF-251D-28FA-846BBC2710F5}"/>
              </a:ext>
            </a:extLst>
          </p:cNvPr>
          <p:cNvSpPr txBox="1"/>
          <p:nvPr/>
        </p:nvSpPr>
        <p:spPr>
          <a:xfrm>
            <a:off x="1384820" y="299511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139" name="Shape 39">
            <a:extLst>
              <a:ext uri="{FF2B5EF4-FFF2-40B4-BE49-F238E27FC236}">
                <a16:creationId xmlns:a16="http://schemas.microsoft.com/office/drawing/2014/main" id="{29255933-9736-C936-B6D0-9C8A749D652E}"/>
              </a:ext>
            </a:extLst>
          </p:cNvPr>
          <p:cNvSpPr/>
          <p:nvPr/>
        </p:nvSpPr>
        <p:spPr>
          <a:xfrm>
            <a:off x="772820" y="317007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1F01A458-C1E4-C3C6-39CC-48F8F3BBFECD}"/>
              </a:ext>
            </a:extLst>
          </p:cNvPr>
          <p:cNvSpPr txBox="1"/>
          <p:nvPr/>
        </p:nvSpPr>
        <p:spPr>
          <a:xfrm>
            <a:off x="808820" y="317007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141" name="Text 41">
            <a:extLst>
              <a:ext uri="{FF2B5EF4-FFF2-40B4-BE49-F238E27FC236}">
                <a16:creationId xmlns:a16="http://schemas.microsoft.com/office/drawing/2014/main" id="{841A64F6-D4E9-896C-88E5-70E2AF5DB1DA}"/>
              </a:ext>
            </a:extLst>
          </p:cNvPr>
          <p:cNvSpPr txBox="1"/>
          <p:nvPr/>
        </p:nvSpPr>
        <p:spPr>
          <a:xfrm>
            <a:off x="1384820" y="317007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142" name="Shape 42">
            <a:extLst>
              <a:ext uri="{FF2B5EF4-FFF2-40B4-BE49-F238E27FC236}">
                <a16:creationId xmlns:a16="http://schemas.microsoft.com/office/drawing/2014/main" id="{0ACAF398-D202-B7D2-9DEA-EBC498685FEA}"/>
              </a:ext>
            </a:extLst>
          </p:cNvPr>
          <p:cNvSpPr/>
          <p:nvPr/>
        </p:nvSpPr>
        <p:spPr>
          <a:xfrm>
            <a:off x="772820" y="3321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43" name="Text 43">
            <a:extLst>
              <a:ext uri="{FF2B5EF4-FFF2-40B4-BE49-F238E27FC236}">
                <a16:creationId xmlns:a16="http://schemas.microsoft.com/office/drawing/2014/main" id="{64F95FDA-E1A0-2D16-E8F4-BE4230AC2ED2}"/>
              </a:ext>
            </a:extLst>
          </p:cNvPr>
          <p:cNvSpPr txBox="1"/>
          <p:nvPr/>
        </p:nvSpPr>
        <p:spPr>
          <a:xfrm>
            <a:off x="808820" y="3354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144" name="Text 44">
            <a:extLst>
              <a:ext uri="{FF2B5EF4-FFF2-40B4-BE49-F238E27FC236}">
                <a16:creationId xmlns:a16="http://schemas.microsoft.com/office/drawing/2014/main" id="{4F999964-DD25-9F6A-FF33-E3F88C9C22A3}"/>
              </a:ext>
            </a:extLst>
          </p:cNvPr>
          <p:cNvSpPr txBox="1"/>
          <p:nvPr/>
        </p:nvSpPr>
        <p:spPr>
          <a:xfrm>
            <a:off x="1384820" y="3354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145" name="Text 45">
            <a:extLst>
              <a:ext uri="{FF2B5EF4-FFF2-40B4-BE49-F238E27FC236}">
                <a16:creationId xmlns:a16="http://schemas.microsoft.com/office/drawing/2014/main" id="{EE690804-891B-0D4A-2B4B-38C9A921B804}"/>
              </a:ext>
            </a:extLst>
          </p:cNvPr>
          <p:cNvSpPr txBox="1"/>
          <p:nvPr/>
        </p:nvSpPr>
        <p:spPr>
          <a:xfrm>
            <a:off x="1384820" y="345555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146" name="Shape 46">
            <a:extLst>
              <a:ext uri="{FF2B5EF4-FFF2-40B4-BE49-F238E27FC236}">
                <a16:creationId xmlns:a16="http://schemas.microsoft.com/office/drawing/2014/main" id="{235DC0EE-44F2-6CFD-E4AC-6BB9A30D8258}"/>
              </a:ext>
            </a:extLst>
          </p:cNvPr>
          <p:cNvSpPr/>
          <p:nvPr/>
        </p:nvSpPr>
        <p:spPr>
          <a:xfrm>
            <a:off x="772820" y="35628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47" name="Text 47">
            <a:extLst>
              <a:ext uri="{FF2B5EF4-FFF2-40B4-BE49-F238E27FC236}">
                <a16:creationId xmlns:a16="http://schemas.microsoft.com/office/drawing/2014/main" id="{D568581A-E4FC-0A30-18C7-D20DFA550CF7}"/>
              </a:ext>
            </a:extLst>
          </p:cNvPr>
          <p:cNvSpPr txBox="1"/>
          <p:nvPr/>
        </p:nvSpPr>
        <p:spPr>
          <a:xfrm>
            <a:off x="808820" y="35952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148" name="Text 48">
            <a:extLst>
              <a:ext uri="{FF2B5EF4-FFF2-40B4-BE49-F238E27FC236}">
                <a16:creationId xmlns:a16="http://schemas.microsoft.com/office/drawing/2014/main" id="{8C0F0DC6-E77A-A364-623D-49F97311A8EE}"/>
              </a:ext>
            </a:extLst>
          </p:cNvPr>
          <p:cNvSpPr txBox="1"/>
          <p:nvPr/>
        </p:nvSpPr>
        <p:spPr>
          <a:xfrm>
            <a:off x="1384820" y="35952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149" name="Text 49">
            <a:extLst>
              <a:ext uri="{FF2B5EF4-FFF2-40B4-BE49-F238E27FC236}">
                <a16:creationId xmlns:a16="http://schemas.microsoft.com/office/drawing/2014/main" id="{2DE327D7-0FF1-D18B-5D7E-5900F765B616}"/>
              </a:ext>
            </a:extLst>
          </p:cNvPr>
          <p:cNvSpPr txBox="1"/>
          <p:nvPr/>
        </p:nvSpPr>
        <p:spPr>
          <a:xfrm>
            <a:off x="1384820" y="369675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150" name="Shape 50">
            <a:extLst>
              <a:ext uri="{FF2B5EF4-FFF2-40B4-BE49-F238E27FC236}">
                <a16:creationId xmlns:a16="http://schemas.microsoft.com/office/drawing/2014/main" id="{A97158C3-645C-6D0F-76B7-C3CE47FF75B1}"/>
              </a:ext>
            </a:extLst>
          </p:cNvPr>
          <p:cNvSpPr/>
          <p:nvPr/>
        </p:nvSpPr>
        <p:spPr>
          <a:xfrm>
            <a:off x="772820" y="3872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51" name="Text 51">
            <a:extLst>
              <a:ext uri="{FF2B5EF4-FFF2-40B4-BE49-F238E27FC236}">
                <a16:creationId xmlns:a16="http://schemas.microsoft.com/office/drawing/2014/main" id="{8CF0A03E-7C2C-A0EC-2E4C-9FAEE66613C3}"/>
              </a:ext>
            </a:extLst>
          </p:cNvPr>
          <p:cNvSpPr txBox="1"/>
          <p:nvPr/>
        </p:nvSpPr>
        <p:spPr>
          <a:xfrm>
            <a:off x="808820" y="3904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152" name="Text 52">
            <a:extLst>
              <a:ext uri="{FF2B5EF4-FFF2-40B4-BE49-F238E27FC236}">
                <a16:creationId xmlns:a16="http://schemas.microsoft.com/office/drawing/2014/main" id="{4F9255C3-2EA7-CA34-A67F-AE469159ABF3}"/>
              </a:ext>
            </a:extLst>
          </p:cNvPr>
          <p:cNvSpPr txBox="1"/>
          <p:nvPr/>
        </p:nvSpPr>
        <p:spPr>
          <a:xfrm>
            <a:off x="1384820" y="3904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153" name="Text 53">
            <a:extLst>
              <a:ext uri="{FF2B5EF4-FFF2-40B4-BE49-F238E27FC236}">
                <a16:creationId xmlns:a16="http://schemas.microsoft.com/office/drawing/2014/main" id="{A9FDDDB3-FB90-9E86-40C9-3C67B8FB4693}"/>
              </a:ext>
            </a:extLst>
          </p:cNvPr>
          <p:cNvSpPr txBox="1"/>
          <p:nvPr/>
        </p:nvSpPr>
        <p:spPr>
          <a:xfrm>
            <a:off x="1384820" y="400563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154" name="Shape 54">
            <a:extLst>
              <a:ext uri="{FF2B5EF4-FFF2-40B4-BE49-F238E27FC236}">
                <a16:creationId xmlns:a16="http://schemas.microsoft.com/office/drawing/2014/main" id="{84D98606-8346-2368-898D-F416789E7945}"/>
              </a:ext>
            </a:extLst>
          </p:cNvPr>
          <p:cNvSpPr/>
          <p:nvPr/>
        </p:nvSpPr>
        <p:spPr>
          <a:xfrm>
            <a:off x="772820" y="4112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55" name="Text 55">
            <a:extLst>
              <a:ext uri="{FF2B5EF4-FFF2-40B4-BE49-F238E27FC236}">
                <a16:creationId xmlns:a16="http://schemas.microsoft.com/office/drawing/2014/main" id="{9F9E03F7-F132-E74D-4C77-98477FFD8E98}"/>
              </a:ext>
            </a:extLst>
          </p:cNvPr>
          <p:cNvSpPr txBox="1"/>
          <p:nvPr/>
        </p:nvSpPr>
        <p:spPr>
          <a:xfrm>
            <a:off x="808820" y="4145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156" name="Text 56">
            <a:extLst>
              <a:ext uri="{FF2B5EF4-FFF2-40B4-BE49-F238E27FC236}">
                <a16:creationId xmlns:a16="http://schemas.microsoft.com/office/drawing/2014/main" id="{D2F2E148-9122-BBAB-5A29-4BA9DE2AD11D}"/>
              </a:ext>
            </a:extLst>
          </p:cNvPr>
          <p:cNvSpPr txBox="1"/>
          <p:nvPr/>
        </p:nvSpPr>
        <p:spPr>
          <a:xfrm>
            <a:off x="1384820" y="4145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157" name="Text 57">
            <a:extLst>
              <a:ext uri="{FF2B5EF4-FFF2-40B4-BE49-F238E27FC236}">
                <a16:creationId xmlns:a16="http://schemas.microsoft.com/office/drawing/2014/main" id="{DB85E0ED-BE5F-E0ED-4002-40549C56BCE6}"/>
              </a:ext>
            </a:extLst>
          </p:cNvPr>
          <p:cNvSpPr txBox="1"/>
          <p:nvPr/>
        </p:nvSpPr>
        <p:spPr>
          <a:xfrm>
            <a:off x="1384820" y="4246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158" name="Shape 58">
            <a:extLst>
              <a:ext uri="{FF2B5EF4-FFF2-40B4-BE49-F238E27FC236}">
                <a16:creationId xmlns:a16="http://schemas.microsoft.com/office/drawing/2014/main" id="{0C3006A9-C9EF-EAA3-EA88-A767CBBD97C3}"/>
              </a:ext>
            </a:extLst>
          </p:cNvPr>
          <p:cNvSpPr/>
          <p:nvPr/>
        </p:nvSpPr>
        <p:spPr>
          <a:xfrm>
            <a:off x="772820" y="442179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59" name="Text 59">
            <a:extLst>
              <a:ext uri="{FF2B5EF4-FFF2-40B4-BE49-F238E27FC236}">
                <a16:creationId xmlns:a16="http://schemas.microsoft.com/office/drawing/2014/main" id="{59954D78-DFA3-E58A-85C2-E47E0E14E685}"/>
              </a:ext>
            </a:extLst>
          </p:cNvPr>
          <p:cNvSpPr txBox="1"/>
          <p:nvPr/>
        </p:nvSpPr>
        <p:spPr>
          <a:xfrm>
            <a:off x="808820" y="442179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160" name="Text 60">
            <a:extLst>
              <a:ext uri="{FF2B5EF4-FFF2-40B4-BE49-F238E27FC236}">
                <a16:creationId xmlns:a16="http://schemas.microsoft.com/office/drawing/2014/main" id="{1EF52C92-22AC-7CF5-FE84-02700B91E4A1}"/>
              </a:ext>
            </a:extLst>
          </p:cNvPr>
          <p:cNvSpPr txBox="1"/>
          <p:nvPr/>
        </p:nvSpPr>
        <p:spPr>
          <a:xfrm>
            <a:off x="1384820" y="442179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161" name="Shape 61">
            <a:extLst>
              <a:ext uri="{FF2B5EF4-FFF2-40B4-BE49-F238E27FC236}">
                <a16:creationId xmlns:a16="http://schemas.microsoft.com/office/drawing/2014/main" id="{3EC48E3A-6759-D40E-9C86-5EBB56A66B7C}"/>
              </a:ext>
            </a:extLst>
          </p:cNvPr>
          <p:cNvSpPr/>
          <p:nvPr/>
        </p:nvSpPr>
        <p:spPr>
          <a:xfrm>
            <a:off x="772820" y="4638514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162" name="Text 63">
            <a:extLst>
              <a:ext uri="{FF2B5EF4-FFF2-40B4-BE49-F238E27FC236}">
                <a16:creationId xmlns:a16="http://schemas.microsoft.com/office/drawing/2014/main" id="{B5D6852B-5EF1-FE35-ED7D-6C42289B0037}"/>
              </a:ext>
            </a:extLst>
          </p:cNvPr>
          <p:cNvSpPr txBox="1"/>
          <p:nvPr/>
        </p:nvSpPr>
        <p:spPr>
          <a:xfrm>
            <a:off x="772820" y="4730314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164" name="Shape 0">
            <a:extLst>
              <a:ext uri="{FF2B5EF4-FFF2-40B4-BE49-F238E27FC236}">
                <a16:creationId xmlns:a16="http://schemas.microsoft.com/office/drawing/2014/main" id="{FB85E23A-CFF5-C102-ECE0-32CFEB45B24B}"/>
              </a:ext>
            </a:extLst>
          </p:cNvPr>
          <p:cNvSpPr/>
          <p:nvPr/>
        </p:nvSpPr>
        <p:spPr>
          <a:xfrm>
            <a:off x="3788583" y="536314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165" name="Shape 1">
            <a:extLst>
              <a:ext uri="{FF2B5EF4-FFF2-40B4-BE49-F238E27FC236}">
                <a16:creationId xmlns:a16="http://schemas.microsoft.com/office/drawing/2014/main" id="{DE0F3368-79ED-7EAE-9CF9-260E8EA952D9}"/>
              </a:ext>
            </a:extLst>
          </p:cNvPr>
          <p:cNvSpPr/>
          <p:nvPr/>
        </p:nvSpPr>
        <p:spPr>
          <a:xfrm>
            <a:off x="4022583" y="73431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66" name="Text 2">
            <a:extLst>
              <a:ext uri="{FF2B5EF4-FFF2-40B4-BE49-F238E27FC236}">
                <a16:creationId xmlns:a16="http://schemas.microsoft.com/office/drawing/2014/main" id="{C1DB9D4F-2164-813F-178B-3184024634A6}"/>
              </a:ext>
            </a:extLst>
          </p:cNvPr>
          <p:cNvSpPr txBox="1"/>
          <p:nvPr/>
        </p:nvSpPr>
        <p:spPr>
          <a:xfrm>
            <a:off x="4058583" y="73431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167" name="Text 3">
            <a:extLst>
              <a:ext uri="{FF2B5EF4-FFF2-40B4-BE49-F238E27FC236}">
                <a16:creationId xmlns:a16="http://schemas.microsoft.com/office/drawing/2014/main" id="{071F76EB-28BD-B737-F7B5-B3D6983D3B7A}"/>
              </a:ext>
            </a:extLst>
          </p:cNvPr>
          <p:cNvSpPr txBox="1"/>
          <p:nvPr/>
        </p:nvSpPr>
        <p:spPr>
          <a:xfrm>
            <a:off x="4634583" y="73431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168" name="Shape 4">
            <a:extLst>
              <a:ext uri="{FF2B5EF4-FFF2-40B4-BE49-F238E27FC236}">
                <a16:creationId xmlns:a16="http://schemas.microsoft.com/office/drawing/2014/main" id="{4F36BD74-CB55-ED11-E7F5-8F4ADA7D8B1C}"/>
              </a:ext>
            </a:extLst>
          </p:cNvPr>
          <p:cNvSpPr/>
          <p:nvPr/>
        </p:nvSpPr>
        <p:spPr>
          <a:xfrm>
            <a:off x="4022583" y="8862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69" name="Text 5">
            <a:extLst>
              <a:ext uri="{FF2B5EF4-FFF2-40B4-BE49-F238E27FC236}">
                <a16:creationId xmlns:a16="http://schemas.microsoft.com/office/drawing/2014/main" id="{CF95CECB-C5FC-B30E-12A9-D862C64C76C4}"/>
              </a:ext>
            </a:extLst>
          </p:cNvPr>
          <p:cNvSpPr txBox="1"/>
          <p:nvPr/>
        </p:nvSpPr>
        <p:spPr>
          <a:xfrm>
            <a:off x="4058583" y="9186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170" name="Text 6">
            <a:extLst>
              <a:ext uri="{FF2B5EF4-FFF2-40B4-BE49-F238E27FC236}">
                <a16:creationId xmlns:a16="http://schemas.microsoft.com/office/drawing/2014/main" id="{C200843E-CC96-97E1-F052-B5A2AE7B8604}"/>
              </a:ext>
            </a:extLst>
          </p:cNvPr>
          <p:cNvSpPr txBox="1"/>
          <p:nvPr/>
        </p:nvSpPr>
        <p:spPr>
          <a:xfrm>
            <a:off x="4634583" y="9186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171" name="Text 7">
            <a:extLst>
              <a:ext uri="{FF2B5EF4-FFF2-40B4-BE49-F238E27FC236}">
                <a16:creationId xmlns:a16="http://schemas.microsoft.com/office/drawing/2014/main" id="{64961603-C64C-4D1D-B4D4-8F872342AC6F}"/>
              </a:ext>
            </a:extLst>
          </p:cNvPr>
          <p:cNvSpPr txBox="1"/>
          <p:nvPr/>
        </p:nvSpPr>
        <p:spPr>
          <a:xfrm>
            <a:off x="4634583" y="10197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172" name="Shape 8">
            <a:extLst>
              <a:ext uri="{FF2B5EF4-FFF2-40B4-BE49-F238E27FC236}">
                <a16:creationId xmlns:a16="http://schemas.microsoft.com/office/drawing/2014/main" id="{A26979B3-D3A4-4281-C8F8-52FFC376926E}"/>
              </a:ext>
            </a:extLst>
          </p:cNvPr>
          <p:cNvSpPr/>
          <p:nvPr/>
        </p:nvSpPr>
        <p:spPr>
          <a:xfrm>
            <a:off x="4022583" y="1127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73" name="Text 9">
            <a:extLst>
              <a:ext uri="{FF2B5EF4-FFF2-40B4-BE49-F238E27FC236}">
                <a16:creationId xmlns:a16="http://schemas.microsoft.com/office/drawing/2014/main" id="{6A152D10-8D01-3503-5B72-546054F0BA96}"/>
              </a:ext>
            </a:extLst>
          </p:cNvPr>
          <p:cNvSpPr txBox="1"/>
          <p:nvPr/>
        </p:nvSpPr>
        <p:spPr>
          <a:xfrm>
            <a:off x="4058583" y="1159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174" name="Text 10">
            <a:extLst>
              <a:ext uri="{FF2B5EF4-FFF2-40B4-BE49-F238E27FC236}">
                <a16:creationId xmlns:a16="http://schemas.microsoft.com/office/drawing/2014/main" id="{2EE5F04A-8913-7344-CD59-434C1247CB61}"/>
              </a:ext>
            </a:extLst>
          </p:cNvPr>
          <p:cNvSpPr txBox="1"/>
          <p:nvPr/>
        </p:nvSpPr>
        <p:spPr>
          <a:xfrm>
            <a:off x="4634583" y="1159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175" name="Text 11">
            <a:extLst>
              <a:ext uri="{FF2B5EF4-FFF2-40B4-BE49-F238E27FC236}">
                <a16:creationId xmlns:a16="http://schemas.microsoft.com/office/drawing/2014/main" id="{4B11DECE-8CE4-4E5C-2267-3C871D00E6D4}"/>
              </a:ext>
            </a:extLst>
          </p:cNvPr>
          <p:cNvSpPr txBox="1"/>
          <p:nvPr/>
        </p:nvSpPr>
        <p:spPr>
          <a:xfrm>
            <a:off x="4634583" y="12609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176" name="Shape 12">
            <a:extLst>
              <a:ext uri="{FF2B5EF4-FFF2-40B4-BE49-F238E27FC236}">
                <a16:creationId xmlns:a16="http://schemas.microsoft.com/office/drawing/2014/main" id="{649EFA4A-A88A-E636-E11C-C5D1804AF032}"/>
              </a:ext>
            </a:extLst>
          </p:cNvPr>
          <p:cNvSpPr/>
          <p:nvPr/>
        </p:nvSpPr>
        <p:spPr>
          <a:xfrm>
            <a:off x="4022583" y="13682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77" name="Text 13">
            <a:extLst>
              <a:ext uri="{FF2B5EF4-FFF2-40B4-BE49-F238E27FC236}">
                <a16:creationId xmlns:a16="http://schemas.microsoft.com/office/drawing/2014/main" id="{843AAF5A-4931-822C-CFA5-7C88684E9264}"/>
              </a:ext>
            </a:extLst>
          </p:cNvPr>
          <p:cNvSpPr txBox="1"/>
          <p:nvPr/>
        </p:nvSpPr>
        <p:spPr>
          <a:xfrm>
            <a:off x="4058583" y="14006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178" name="Text 14">
            <a:extLst>
              <a:ext uri="{FF2B5EF4-FFF2-40B4-BE49-F238E27FC236}">
                <a16:creationId xmlns:a16="http://schemas.microsoft.com/office/drawing/2014/main" id="{61D32BE5-379A-5FE9-31D0-AB89951A319D}"/>
              </a:ext>
            </a:extLst>
          </p:cNvPr>
          <p:cNvSpPr txBox="1"/>
          <p:nvPr/>
        </p:nvSpPr>
        <p:spPr>
          <a:xfrm>
            <a:off x="4634583" y="14006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40633B1E-ACAF-7CD5-A319-E6D2F147EACF}"/>
              </a:ext>
            </a:extLst>
          </p:cNvPr>
          <p:cNvSpPr txBox="1"/>
          <p:nvPr/>
        </p:nvSpPr>
        <p:spPr>
          <a:xfrm>
            <a:off x="4634583" y="150219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180" name="Shape 16">
            <a:extLst>
              <a:ext uri="{FF2B5EF4-FFF2-40B4-BE49-F238E27FC236}">
                <a16:creationId xmlns:a16="http://schemas.microsoft.com/office/drawing/2014/main" id="{42080936-D57F-DA56-C442-7F133B1704CA}"/>
              </a:ext>
            </a:extLst>
          </p:cNvPr>
          <p:cNvSpPr/>
          <p:nvPr/>
        </p:nvSpPr>
        <p:spPr>
          <a:xfrm>
            <a:off x="4022583" y="1677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81" name="Text 17">
            <a:extLst>
              <a:ext uri="{FF2B5EF4-FFF2-40B4-BE49-F238E27FC236}">
                <a16:creationId xmlns:a16="http://schemas.microsoft.com/office/drawing/2014/main" id="{285F7718-2B0B-4C0F-550A-3389CD77C981}"/>
              </a:ext>
            </a:extLst>
          </p:cNvPr>
          <p:cNvSpPr txBox="1"/>
          <p:nvPr/>
        </p:nvSpPr>
        <p:spPr>
          <a:xfrm>
            <a:off x="4058583" y="1709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182" name="Text 18">
            <a:extLst>
              <a:ext uri="{FF2B5EF4-FFF2-40B4-BE49-F238E27FC236}">
                <a16:creationId xmlns:a16="http://schemas.microsoft.com/office/drawing/2014/main" id="{3BEB4AE2-E5B3-DCD2-63B4-894CE15497B7}"/>
              </a:ext>
            </a:extLst>
          </p:cNvPr>
          <p:cNvSpPr txBox="1"/>
          <p:nvPr/>
        </p:nvSpPr>
        <p:spPr>
          <a:xfrm>
            <a:off x="4634583" y="1709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183" name="Text 19">
            <a:extLst>
              <a:ext uri="{FF2B5EF4-FFF2-40B4-BE49-F238E27FC236}">
                <a16:creationId xmlns:a16="http://schemas.microsoft.com/office/drawing/2014/main" id="{3EAC39AC-4656-8E82-8922-C2C8FB544A68}"/>
              </a:ext>
            </a:extLst>
          </p:cNvPr>
          <p:cNvSpPr txBox="1"/>
          <p:nvPr/>
        </p:nvSpPr>
        <p:spPr>
          <a:xfrm>
            <a:off x="4634583" y="181107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184" name="Shape 20">
            <a:extLst>
              <a:ext uri="{FF2B5EF4-FFF2-40B4-BE49-F238E27FC236}">
                <a16:creationId xmlns:a16="http://schemas.microsoft.com/office/drawing/2014/main" id="{367A58EE-80A2-BF2F-831F-9DE46F2595FF}"/>
              </a:ext>
            </a:extLst>
          </p:cNvPr>
          <p:cNvSpPr/>
          <p:nvPr/>
        </p:nvSpPr>
        <p:spPr>
          <a:xfrm>
            <a:off x="4022583" y="191835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85" name="Text 21">
            <a:extLst>
              <a:ext uri="{FF2B5EF4-FFF2-40B4-BE49-F238E27FC236}">
                <a16:creationId xmlns:a16="http://schemas.microsoft.com/office/drawing/2014/main" id="{24F4535B-63F8-D681-9ABB-ADE314E67546}"/>
              </a:ext>
            </a:extLst>
          </p:cNvPr>
          <p:cNvSpPr txBox="1"/>
          <p:nvPr/>
        </p:nvSpPr>
        <p:spPr>
          <a:xfrm>
            <a:off x="4058583" y="191835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186" name="Text 22">
            <a:extLst>
              <a:ext uri="{FF2B5EF4-FFF2-40B4-BE49-F238E27FC236}">
                <a16:creationId xmlns:a16="http://schemas.microsoft.com/office/drawing/2014/main" id="{69067489-5CD6-5E10-09C8-BD14A5F301AB}"/>
              </a:ext>
            </a:extLst>
          </p:cNvPr>
          <p:cNvSpPr txBox="1"/>
          <p:nvPr/>
        </p:nvSpPr>
        <p:spPr>
          <a:xfrm>
            <a:off x="4634583" y="191835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187" name="Shape 23">
            <a:extLst>
              <a:ext uri="{FF2B5EF4-FFF2-40B4-BE49-F238E27FC236}">
                <a16:creationId xmlns:a16="http://schemas.microsoft.com/office/drawing/2014/main" id="{1CF2EFD0-D6A4-4ABB-3930-D3D9D0B8010B}"/>
              </a:ext>
            </a:extLst>
          </p:cNvPr>
          <p:cNvSpPr/>
          <p:nvPr/>
        </p:nvSpPr>
        <p:spPr>
          <a:xfrm>
            <a:off x="4022583" y="2069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88" name="Text 24">
            <a:extLst>
              <a:ext uri="{FF2B5EF4-FFF2-40B4-BE49-F238E27FC236}">
                <a16:creationId xmlns:a16="http://schemas.microsoft.com/office/drawing/2014/main" id="{749F1B63-130E-5213-9264-57184EA45C34}"/>
              </a:ext>
            </a:extLst>
          </p:cNvPr>
          <p:cNvSpPr txBox="1"/>
          <p:nvPr/>
        </p:nvSpPr>
        <p:spPr>
          <a:xfrm>
            <a:off x="4058583" y="2102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189" name="Text 25">
            <a:extLst>
              <a:ext uri="{FF2B5EF4-FFF2-40B4-BE49-F238E27FC236}">
                <a16:creationId xmlns:a16="http://schemas.microsoft.com/office/drawing/2014/main" id="{9E9B2ED9-93C1-CAC4-2754-E0FFC1579BB3}"/>
              </a:ext>
            </a:extLst>
          </p:cNvPr>
          <p:cNvSpPr txBox="1"/>
          <p:nvPr/>
        </p:nvSpPr>
        <p:spPr>
          <a:xfrm>
            <a:off x="4634583" y="2102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190" name="Text 26">
            <a:extLst>
              <a:ext uri="{FF2B5EF4-FFF2-40B4-BE49-F238E27FC236}">
                <a16:creationId xmlns:a16="http://schemas.microsoft.com/office/drawing/2014/main" id="{711AE56C-A9F9-D31B-BC48-8B68B5C059A8}"/>
              </a:ext>
            </a:extLst>
          </p:cNvPr>
          <p:cNvSpPr txBox="1"/>
          <p:nvPr/>
        </p:nvSpPr>
        <p:spPr>
          <a:xfrm>
            <a:off x="4634583" y="2203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191" name="Shape 27">
            <a:extLst>
              <a:ext uri="{FF2B5EF4-FFF2-40B4-BE49-F238E27FC236}">
                <a16:creationId xmlns:a16="http://schemas.microsoft.com/office/drawing/2014/main" id="{F679C893-7CB9-FC87-ECB5-4657CC52E9EC}"/>
              </a:ext>
            </a:extLst>
          </p:cNvPr>
          <p:cNvSpPr/>
          <p:nvPr/>
        </p:nvSpPr>
        <p:spPr>
          <a:xfrm>
            <a:off x="4022583" y="2379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92" name="Text 28">
            <a:extLst>
              <a:ext uri="{FF2B5EF4-FFF2-40B4-BE49-F238E27FC236}">
                <a16:creationId xmlns:a16="http://schemas.microsoft.com/office/drawing/2014/main" id="{1881760C-B677-07C0-29BE-1555A1A27C2F}"/>
              </a:ext>
            </a:extLst>
          </p:cNvPr>
          <p:cNvSpPr txBox="1"/>
          <p:nvPr/>
        </p:nvSpPr>
        <p:spPr>
          <a:xfrm>
            <a:off x="4058583" y="2411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193" name="Text 29">
            <a:extLst>
              <a:ext uri="{FF2B5EF4-FFF2-40B4-BE49-F238E27FC236}">
                <a16:creationId xmlns:a16="http://schemas.microsoft.com/office/drawing/2014/main" id="{994ACE55-B2B6-08B2-6B2C-6F6781589684}"/>
              </a:ext>
            </a:extLst>
          </p:cNvPr>
          <p:cNvSpPr txBox="1"/>
          <p:nvPr/>
        </p:nvSpPr>
        <p:spPr>
          <a:xfrm>
            <a:off x="4634583" y="2411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194" name="Text 30">
            <a:extLst>
              <a:ext uri="{FF2B5EF4-FFF2-40B4-BE49-F238E27FC236}">
                <a16:creationId xmlns:a16="http://schemas.microsoft.com/office/drawing/2014/main" id="{E9598840-F0A3-C0E3-6080-359308EF9710}"/>
              </a:ext>
            </a:extLst>
          </p:cNvPr>
          <p:cNvSpPr txBox="1"/>
          <p:nvPr/>
        </p:nvSpPr>
        <p:spPr>
          <a:xfrm>
            <a:off x="4634583" y="25127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195" name="Shape 31">
            <a:extLst>
              <a:ext uri="{FF2B5EF4-FFF2-40B4-BE49-F238E27FC236}">
                <a16:creationId xmlns:a16="http://schemas.microsoft.com/office/drawing/2014/main" id="{DC18E72B-0E4D-AD5C-D1A0-A6E0C54B8D75}"/>
              </a:ext>
            </a:extLst>
          </p:cNvPr>
          <p:cNvSpPr/>
          <p:nvPr/>
        </p:nvSpPr>
        <p:spPr>
          <a:xfrm>
            <a:off x="4022583" y="2619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96" name="Text 32">
            <a:extLst>
              <a:ext uri="{FF2B5EF4-FFF2-40B4-BE49-F238E27FC236}">
                <a16:creationId xmlns:a16="http://schemas.microsoft.com/office/drawing/2014/main" id="{2E63BB5D-D29E-B51A-B929-083B872536F7}"/>
              </a:ext>
            </a:extLst>
          </p:cNvPr>
          <p:cNvSpPr txBox="1"/>
          <p:nvPr/>
        </p:nvSpPr>
        <p:spPr>
          <a:xfrm>
            <a:off x="4058583" y="2652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197" name="Text 33">
            <a:extLst>
              <a:ext uri="{FF2B5EF4-FFF2-40B4-BE49-F238E27FC236}">
                <a16:creationId xmlns:a16="http://schemas.microsoft.com/office/drawing/2014/main" id="{A1196E5A-428F-D898-DFFE-E942224E4B05}"/>
              </a:ext>
            </a:extLst>
          </p:cNvPr>
          <p:cNvSpPr txBox="1"/>
          <p:nvPr/>
        </p:nvSpPr>
        <p:spPr>
          <a:xfrm>
            <a:off x="4634583" y="2652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198" name="Text 34">
            <a:extLst>
              <a:ext uri="{FF2B5EF4-FFF2-40B4-BE49-F238E27FC236}">
                <a16:creationId xmlns:a16="http://schemas.microsoft.com/office/drawing/2014/main" id="{14036EAF-973E-49FC-D1D5-D518EA5D9368}"/>
              </a:ext>
            </a:extLst>
          </p:cNvPr>
          <p:cNvSpPr txBox="1"/>
          <p:nvPr/>
        </p:nvSpPr>
        <p:spPr>
          <a:xfrm>
            <a:off x="4634583" y="27539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199" name="Shape 35">
            <a:extLst>
              <a:ext uri="{FF2B5EF4-FFF2-40B4-BE49-F238E27FC236}">
                <a16:creationId xmlns:a16="http://schemas.microsoft.com/office/drawing/2014/main" id="{0C345631-4327-95B5-72E7-3A1420DA718A}"/>
              </a:ext>
            </a:extLst>
          </p:cNvPr>
          <p:cNvSpPr/>
          <p:nvPr/>
        </p:nvSpPr>
        <p:spPr>
          <a:xfrm>
            <a:off x="4022583" y="28611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00" name="Text 36">
            <a:extLst>
              <a:ext uri="{FF2B5EF4-FFF2-40B4-BE49-F238E27FC236}">
                <a16:creationId xmlns:a16="http://schemas.microsoft.com/office/drawing/2014/main" id="{30979EAC-D583-79C0-30EC-73F89EE4E12D}"/>
              </a:ext>
            </a:extLst>
          </p:cNvPr>
          <p:cNvSpPr txBox="1"/>
          <p:nvPr/>
        </p:nvSpPr>
        <p:spPr>
          <a:xfrm>
            <a:off x="4058583" y="28935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201" name="Text 37">
            <a:extLst>
              <a:ext uri="{FF2B5EF4-FFF2-40B4-BE49-F238E27FC236}">
                <a16:creationId xmlns:a16="http://schemas.microsoft.com/office/drawing/2014/main" id="{9633E475-9086-4F65-2242-8DEC6FF097D2}"/>
              </a:ext>
            </a:extLst>
          </p:cNvPr>
          <p:cNvSpPr txBox="1"/>
          <p:nvPr/>
        </p:nvSpPr>
        <p:spPr>
          <a:xfrm>
            <a:off x="4634583" y="28935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202" name="Text 38">
            <a:extLst>
              <a:ext uri="{FF2B5EF4-FFF2-40B4-BE49-F238E27FC236}">
                <a16:creationId xmlns:a16="http://schemas.microsoft.com/office/drawing/2014/main" id="{CAC7BC22-AC56-1491-E9A2-5AA104047C14}"/>
              </a:ext>
            </a:extLst>
          </p:cNvPr>
          <p:cNvSpPr txBox="1"/>
          <p:nvPr/>
        </p:nvSpPr>
        <p:spPr>
          <a:xfrm>
            <a:off x="4634583" y="299511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203" name="Shape 39">
            <a:extLst>
              <a:ext uri="{FF2B5EF4-FFF2-40B4-BE49-F238E27FC236}">
                <a16:creationId xmlns:a16="http://schemas.microsoft.com/office/drawing/2014/main" id="{F0CC4DBE-06D8-3092-500F-D3D971768398}"/>
              </a:ext>
            </a:extLst>
          </p:cNvPr>
          <p:cNvSpPr/>
          <p:nvPr/>
        </p:nvSpPr>
        <p:spPr>
          <a:xfrm>
            <a:off x="4022583" y="317007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04" name="Text 40">
            <a:extLst>
              <a:ext uri="{FF2B5EF4-FFF2-40B4-BE49-F238E27FC236}">
                <a16:creationId xmlns:a16="http://schemas.microsoft.com/office/drawing/2014/main" id="{A7CD4F6A-6EF8-27AC-89D4-E10CDC13F113}"/>
              </a:ext>
            </a:extLst>
          </p:cNvPr>
          <p:cNvSpPr txBox="1"/>
          <p:nvPr/>
        </p:nvSpPr>
        <p:spPr>
          <a:xfrm>
            <a:off x="4058583" y="317007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205" name="Text 41">
            <a:extLst>
              <a:ext uri="{FF2B5EF4-FFF2-40B4-BE49-F238E27FC236}">
                <a16:creationId xmlns:a16="http://schemas.microsoft.com/office/drawing/2014/main" id="{D33AB9F4-9689-FF2D-26E9-D1882EB01EDB}"/>
              </a:ext>
            </a:extLst>
          </p:cNvPr>
          <p:cNvSpPr txBox="1"/>
          <p:nvPr/>
        </p:nvSpPr>
        <p:spPr>
          <a:xfrm>
            <a:off x="4634583" y="317007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206" name="Shape 42">
            <a:extLst>
              <a:ext uri="{FF2B5EF4-FFF2-40B4-BE49-F238E27FC236}">
                <a16:creationId xmlns:a16="http://schemas.microsoft.com/office/drawing/2014/main" id="{0E2893C7-19F3-CDF0-8114-C48F1DCF9027}"/>
              </a:ext>
            </a:extLst>
          </p:cNvPr>
          <p:cNvSpPr/>
          <p:nvPr/>
        </p:nvSpPr>
        <p:spPr>
          <a:xfrm>
            <a:off x="4022583" y="3321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07" name="Text 43">
            <a:extLst>
              <a:ext uri="{FF2B5EF4-FFF2-40B4-BE49-F238E27FC236}">
                <a16:creationId xmlns:a16="http://schemas.microsoft.com/office/drawing/2014/main" id="{41220443-8D0A-C9A9-E177-D4552B87B542}"/>
              </a:ext>
            </a:extLst>
          </p:cNvPr>
          <p:cNvSpPr txBox="1"/>
          <p:nvPr/>
        </p:nvSpPr>
        <p:spPr>
          <a:xfrm>
            <a:off x="4058583" y="3354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208" name="Text 44">
            <a:extLst>
              <a:ext uri="{FF2B5EF4-FFF2-40B4-BE49-F238E27FC236}">
                <a16:creationId xmlns:a16="http://schemas.microsoft.com/office/drawing/2014/main" id="{2527B9D6-B399-04EA-B60F-316B425DE531}"/>
              </a:ext>
            </a:extLst>
          </p:cNvPr>
          <p:cNvSpPr txBox="1"/>
          <p:nvPr/>
        </p:nvSpPr>
        <p:spPr>
          <a:xfrm>
            <a:off x="4634583" y="3354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209" name="Text 45">
            <a:extLst>
              <a:ext uri="{FF2B5EF4-FFF2-40B4-BE49-F238E27FC236}">
                <a16:creationId xmlns:a16="http://schemas.microsoft.com/office/drawing/2014/main" id="{1DF132C6-DDD4-2371-236D-9A72C6B6465B}"/>
              </a:ext>
            </a:extLst>
          </p:cNvPr>
          <p:cNvSpPr txBox="1"/>
          <p:nvPr/>
        </p:nvSpPr>
        <p:spPr>
          <a:xfrm>
            <a:off x="4634583" y="345555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210" name="Shape 46">
            <a:extLst>
              <a:ext uri="{FF2B5EF4-FFF2-40B4-BE49-F238E27FC236}">
                <a16:creationId xmlns:a16="http://schemas.microsoft.com/office/drawing/2014/main" id="{64BB279C-D782-9E5B-8EEC-03DFE15CF6F3}"/>
              </a:ext>
            </a:extLst>
          </p:cNvPr>
          <p:cNvSpPr/>
          <p:nvPr/>
        </p:nvSpPr>
        <p:spPr>
          <a:xfrm>
            <a:off x="4022583" y="35628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1" name="Text 47">
            <a:extLst>
              <a:ext uri="{FF2B5EF4-FFF2-40B4-BE49-F238E27FC236}">
                <a16:creationId xmlns:a16="http://schemas.microsoft.com/office/drawing/2014/main" id="{16827CCE-7953-8522-1C76-9D2194F3E50C}"/>
              </a:ext>
            </a:extLst>
          </p:cNvPr>
          <p:cNvSpPr txBox="1"/>
          <p:nvPr/>
        </p:nvSpPr>
        <p:spPr>
          <a:xfrm>
            <a:off x="4058583" y="35952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212" name="Text 48">
            <a:extLst>
              <a:ext uri="{FF2B5EF4-FFF2-40B4-BE49-F238E27FC236}">
                <a16:creationId xmlns:a16="http://schemas.microsoft.com/office/drawing/2014/main" id="{726E4708-60DE-EE9C-3D34-F6A3E6CD7148}"/>
              </a:ext>
            </a:extLst>
          </p:cNvPr>
          <p:cNvSpPr txBox="1"/>
          <p:nvPr/>
        </p:nvSpPr>
        <p:spPr>
          <a:xfrm>
            <a:off x="4634583" y="35952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213" name="Text 49">
            <a:extLst>
              <a:ext uri="{FF2B5EF4-FFF2-40B4-BE49-F238E27FC236}">
                <a16:creationId xmlns:a16="http://schemas.microsoft.com/office/drawing/2014/main" id="{61EDA7C7-81C2-7482-E724-6FD1CE460D4D}"/>
              </a:ext>
            </a:extLst>
          </p:cNvPr>
          <p:cNvSpPr txBox="1"/>
          <p:nvPr/>
        </p:nvSpPr>
        <p:spPr>
          <a:xfrm>
            <a:off x="4634583" y="369675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214" name="Shape 50">
            <a:extLst>
              <a:ext uri="{FF2B5EF4-FFF2-40B4-BE49-F238E27FC236}">
                <a16:creationId xmlns:a16="http://schemas.microsoft.com/office/drawing/2014/main" id="{6E02B0B7-9CD6-A8B0-844C-E258EE05340E}"/>
              </a:ext>
            </a:extLst>
          </p:cNvPr>
          <p:cNvSpPr/>
          <p:nvPr/>
        </p:nvSpPr>
        <p:spPr>
          <a:xfrm>
            <a:off x="4022583" y="3872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5" name="Text 51">
            <a:extLst>
              <a:ext uri="{FF2B5EF4-FFF2-40B4-BE49-F238E27FC236}">
                <a16:creationId xmlns:a16="http://schemas.microsoft.com/office/drawing/2014/main" id="{42465B88-A318-9489-670E-F05B570AC910}"/>
              </a:ext>
            </a:extLst>
          </p:cNvPr>
          <p:cNvSpPr txBox="1"/>
          <p:nvPr/>
        </p:nvSpPr>
        <p:spPr>
          <a:xfrm>
            <a:off x="4058583" y="3904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216" name="Text 52">
            <a:extLst>
              <a:ext uri="{FF2B5EF4-FFF2-40B4-BE49-F238E27FC236}">
                <a16:creationId xmlns:a16="http://schemas.microsoft.com/office/drawing/2014/main" id="{2E632BF1-E7BC-DF3F-32EB-328E0A41D4BE}"/>
              </a:ext>
            </a:extLst>
          </p:cNvPr>
          <p:cNvSpPr txBox="1"/>
          <p:nvPr/>
        </p:nvSpPr>
        <p:spPr>
          <a:xfrm>
            <a:off x="4634583" y="3904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217" name="Text 53">
            <a:extLst>
              <a:ext uri="{FF2B5EF4-FFF2-40B4-BE49-F238E27FC236}">
                <a16:creationId xmlns:a16="http://schemas.microsoft.com/office/drawing/2014/main" id="{D9CAD431-5386-B64E-6BF5-942457E988C0}"/>
              </a:ext>
            </a:extLst>
          </p:cNvPr>
          <p:cNvSpPr txBox="1"/>
          <p:nvPr/>
        </p:nvSpPr>
        <p:spPr>
          <a:xfrm>
            <a:off x="4634583" y="400563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218" name="Shape 54">
            <a:extLst>
              <a:ext uri="{FF2B5EF4-FFF2-40B4-BE49-F238E27FC236}">
                <a16:creationId xmlns:a16="http://schemas.microsoft.com/office/drawing/2014/main" id="{AC4C76FA-635F-DEB5-84DB-406C4E01EC4D}"/>
              </a:ext>
            </a:extLst>
          </p:cNvPr>
          <p:cNvSpPr/>
          <p:nvPr/>
        </p:nvSpPr>
        <p:spPr>
          <a:xfrm>
            <a:off x="4022583" y="4112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9" name="Text 55">
            <a:extLst>
              <a:ext uri="{FF2B5EF4-FFF2-40B4-BE49-F238E27FC236}">
                <a16:creationId xmlns:a16="http://schemas.microsoft.com/office/drawing/2014/main" id="{4E531EA0-1793-E2C2-D943-A0C4EB6B5A74}"/>
              </a:ext>
            </a:extLst>
          </p:cNvPr>
          <p:cNvSpPr txBox="1"/>
          <p:nvPr/>
        </p:nvSpPr>
        <p:spPr>
          <a:xfrm>
            <a:off x="4058583" y="4145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220" name="Text 56">
            <a:extLst>
              <a:ext uri="{FF2B5EF4-FFF2-40B4-BE49-F238E27FC236}">
                <a16:creationId xmlns:a16="http://schemas.microsoft.com/office/drawing/2014/main" id="{C079A1A5-F3FE-737C-2A83-64A44FE34358}"/>
              </a:ext>
            </a:extLst>
          </p:cNvPr>
          <p:cNvSpPr txBox="1"/>
          <p:nvPr/>
        </p:nvSpPr>
        <p:spPr>
          <a:xfrm>
            <a:off x="4634583" y="4145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221" name="Text 57">
            <a:extLst>
              <a:ext uri="{FF2B5EF4-FFF2-40B4-BE49-F238E27FC236}">
                <a16:creationId xmlns:a16="http://schemas.microsoft.com/office/drawing/2014/main" id="{AE4AAD1D-5B5A-8D7E-CBF2-07831D86BED6}"/>
              </a:ext>
            </a:extLst>
          </p:cNvPr>
          <p:cNvSpPr txBox="1"/>
          <p:nvPr/>
        </p:nvSpPr>
        <p:spPr>
          <a:xfrm>
            <a:off x="4634583" y="4246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222" name="Shape 58">
            <a:extLst>
              <a:ext uri="{FF2B5EF4-FFF2-40B4-BE49-F238E27FC236}">
                <a16:creationId xmlns:a16="http://schemas.microsoft.com/office/drawing/2014/main" id="{7F9EB260-B0B5-1978-CAB1-8F77A87FCE20}"/>
              </a:ext>
            </a:extLst>
          </p:cNvPr>
          <p:cNvSpPr/>
          <p:nvPr/>
        </p:nvSpPr>
        <p:spPr>
          <a:xfrm>
            <a:off x="4022583" y="442179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23" name="Text 59">
            <a:extLst>
              <a:ext uri="{FF2B5EF4-FFF2-40B4-BE49-F238E27FC236}">
                <a16:creationId xmlns:a16="http://schemas.microsoft.com/office/drawing/2014/main" id="{CC223D58-F9AB-33B0-74F9-E64402D2D2A5}"/>
              </a:ext>
            </a:extLst>
          </p:cNvPr>
          <p:cNvSpPr txBox="1"/>
          <p:nvPr/>
        </p:nvSpPr>
        <p:spPr>
          <a:xfrm>
            <a:off x="4058583" y="442179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224" name="Text 60">
            <a:extLst>
              <a:ext uri="{FF2B5EF4-FFF2-40B4-BE49-F238E27FC236}">
                <a16:creationId xmlns:a16="http://schemas.microsoft.com/office/drawing/2014/main" id="{F2DBD37F-4DEA-C03F-AA65-C868D7AA5BA0}"/>
              </a:ext>
            </a:extLst>
          </p:cNvPr>
          <p:cNvSpPr txBox="1"/>
          <p:nvPr/>
        </p:nvSpPr>
        <p:spPr>
          <a:xfrm>
            <a:off x="4634583" y="442179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225" name="Shape 61">
            <a:extLst>
              <a:ext uri="{FF2B5EF4-FFF2-40B4-BE49-F238E27FC236}">
                <a16:creationId xmlns:a16="http://schemas.microsoft.com/office/drawing/2014/main" id="{860FEBCC-0BE7-9BB3-E1BC-E656BA4F194F}"/>
              </a:ext>
            </a:extLst>
          </p:cNvPr>
          <p:cNvSpPr/>
          <p:nvPr/>
        </p:nvSpPr>
        <p:spPr>
          <a:xfrm>
            <a:off x="4022583" y="4638514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226" name="Text 63">
            <a:extLst>
              <a:ext uri="{FF2B5EF4-FFF2-40B4-BE49-F238E27FC236}">
                <a16:creationId xmlns:a16="http://schemas.microsoft.com/office/drawing/2014/main" id="{9EC22D78-686B-B087-79B1-E7992AE2D16B}"/>
              </a:ext>
            </a:extLst>
          </p:cNvPr>
          <p:cNvSpPr txBox="1"/>
          <p:nvPr/>
        </p:nvSpPr>
        <p:spPr>
          <a:xfrm>
            <a:off x="4022583" y="4730314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227" name="Shape 0">
            <a:extLst>
              <a:ext uri="{FF2B5EF4-FFF2-40B4-BE49-F238E27FC236}">
                <a16:creationId xmlns:a16="http://schemas.microsoft.com/office/drawing/2014/main" id="{620C601B-BF6F-AF37-99B6-716C773F5A65}"/>
              </a:ext>
            </a:extLst>
          </p:cNvPr>
          <p:cNvSpPr/>
          <p:nvPr/>
        </p:nvSpPr>
        <p:spPr>
          <a:xfrm>
            <a:off x="541109" y="5046486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228" name="Shape 1">
            <a:extLst>
              <a:ext uri="{FF2B5EF4-FFF2-40B4-BE49-F238E27FC236}">
                <a16:creationId xmlns:a16="http://schemas.microsoft.com/office/drawing/2014/main" id="{FD54AE97-5ED1-F142-53B5-60D7978E6DB2}"/>
              </a:ext>
            </a:extLst>
          </p:cNvPr>
          <p:cNvSpPr/>
          <p:nvPr/>
        </p:nvSpPr>
        <p:spPr>
          <a:xfrm>
            <a:off x="775109" y="524448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29" name="Text 2">
            <a:extLst>
              <a:ext uri="{FF2B5EF4-FFF2-40B4-BE49-F238E27FC236}">
                <a16:creationId xmlns:a16="http://schemas.microsoft.com/office/drawing/2014/main" id="{8A0BFB24-6762-F332-82E4-3EACAED45162}"/>
              </a:ext>
            </a:extLst>
          </p:cNvPr>
          <p:cNvSpPr txBox="1"/>
          <p:nvPr/>
        </p:nvSpPr>
        <p:spPr>
          <a:xfrm>
            <a:off x="811109" y="524448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230" name="Text 3">
            <a:extLst>
              <a:ext uri="{FF2B5EF4-FFF2-40B4-BE49-F238E27FC236}">
                <a16:creationId xmlns:a16="http://schemas.microsoft.com/office/drawing/2014/main" id="{6A2388DF-FC53-21DE-FC92-51F7447559FC}"/>
              </a:ext>
            </a:extLst>
          </p:cNvPr>
          <p:cNvSpPr txBox="1"/>
          <p:nvPr/>
        </p:nvSpPr>
        <p:spPr>
          <a:xfrm>
            <a:off x="1387109" y="524448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231" name="Shape 4">
            <a:extLst>
              <a:ext uri="{FF2B5EF4-FFF2-40B4-BE49-F238E27FC236}">
                <a16:creationId xmlns:a16="http://schemas.microsoft.com/office/drawing/2014/main" id="{888BFFFC-701E-4E67-9F88-463B4E9B54B4}"/>
              </a:ext>
            </a:extLst>
          </p:cNvPr>
          <p:cNvSpPr/>
          <p:nvPr/>
        </p:nvSpPr>
        <p:spPr>
          <a:xfrm>
            <a:off x="775109" y="53964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32" name="Text 5">
            <a:extLst>
              <a:ext uri="{FF2B5EF4-FFF2-40B4-BE49-F238E27FC236}">
                <a16:creationId xmlns:a16="http://schemas.microsoft.com/office/drawing/2014/main" id="{BCCB3285-916A-AFCA-4106-9C9680A6740A}"/>
              </a:ext>
            </a:extLst>
          </p:cNvPr>
          <p:cNvSpPr txBox="1"/>
          <p:nvPr/>
        </p:nvSpPr>
        <p:spPr>
          <a:xfrm>
            <a:off x="811109" y="54288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233" name="Text 6">
            <a:extLst>
              <a:ext uri="{FF2B5EF4-FFF2-40B4-BE49-F238E27FC236}">
                <a16:creationId xmlns:a16="http://schemas.microsoft.com/office/drawing/2014/main" id="{594A0BED-80B7-12F5-5DDD-6A310356A601}"/>
              </a:ext>
            </a:extLst>
          </p:cNvPr>
          <p:cNvSpPr txBox="1"/>
          <p:nvPr/>
        </p:nvSpPr>
        <p:spPr>
          <a:xfrm>
            <a:off x="1387109" y="54288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234" name="Text 7">
            <a:extLst>
              <a:ext uri="{FF2B5EF4-FFF2-40B4-BE49-F238E27FC236}">
                <a16:creationId xmlns:a16="http://schemas.microsoft.com/office/drawing/2014/main" id="{47F7C6C1-B7C8-A50F-B0D4-9A555FCF22E4}"/>
              </a:ext>
            </a:extLst>
          </p:cNvPr>
          <p:cNvSpPr txBox="1"/>
          <p:nvPr/>
        </p:nvSpPr>
        <p:spPr>
          <a:xfrm>
            <a:off x="1387109" y="55299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235" name="Shape 8">
            <a:extLst>
              <a:ext uri="{FF2B5EF4-FFF2-40B4-BE49-F238E27FC236}">
                <a16:creationId xmlns:a16="http://schemas.microsoft.com/office/drawing/2014/main" id="{6B5028DB-E45A-7963-FCD5-F267C149D299}"/>
              </a:ext>
            </a:extLst>
          </p:cNvPr>
          <p:cNvSpPr/>
          <p:nvPr/>
        </p:nvSpPr>
        <p:spPr>
          <a:xfrm>
            <a:off x="775109" y="5637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36" name="Text 9">
            <a:extLst>
              <a:ext uri="{FF2B5EF4-FFF2-40B4-BE49-F238E27FC236}">
                <a16:creationId xmlns:a16="http://schemas.microsoft.com/office/drawing/2014/main" id="{F1A573C3-486D-BC86-C15E-A6CEDCED58EF}"/>
              </a:ext>
            </a:extLst>
          </p:cNvPr>
          <p:cNvSpPr txBox="1"/>
          <p:nvPr/>
        </p:nvSpPr>
        <p:spPr>
          <a:xfrm>
            <a:off x="811109" y="5669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237" name="Text 10">
            <a:extLst>
              <a:ext uri="{FF2B5EF4-FFF2-40B4-BE49-F238E27FC236}">
                <a16:creationId xmlns:a16="http://schemas.microsoft.com/office/drawing/2014/main" id="{14348818-FCAF-8419-1FAF-5FB13494A674}"/>
              </a:ext>
            </a:extLst>
          </p:cNvPr>
          <p:cNvSpPr txBox="1"/>
          <p:nvPr/>
        </p:nvSpPr>
        <p:spPr>
          <a:xfrm>
            <a:off x="1387109" y="5669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238" name="Text 11">
            <a:extLst>
              <a:ext uri="{FF2B5EF4-FFF2-40B4-BE49-F238E27FC236}">
                <a16:creationId xmlns:a16="http://schemas.microsoft.com/office/drawing/2014/main" id="{BF52EEA5-875E-4897-6D13-216641EB0D74}"/>
              </a:ext>
            </a:extLst>
          </p:cNvPr>
          <p:cNvSpPr txBox="1"/>
          <p:nvPr/>
        </p:nvSpPr>
        <p:spPr>
          <a:xfrm>
            <a:off x="1387109" y="57711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239" name="Shape 12">
            <a:extLst>
              <a:ext uri="{FF2B5EF4-FFF2-40B4-BE49-F238E27FC236}">
                <a16:creationId xmlns:a16="http://schemas.microsoft.com/office/drawing/2014/main" id="{0933C0F1-D1FE-A7C4-496A-77FF6EE4D59D}"/>
              </a:ext>
            </a:extLst>
          </p:cNvPr>
          <p:cNvSpPr/>
          <p:nvPr/>
        </p:nvSpPr>
        <p:spPr>
          <a:xfrm>
            <a:off x="775109" y="58784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40" name="Text 13">
            <a:extLst>
              <a:ext uri="{FF2B5EF4-FFF2-40B4-BE49-F238E27FC236}">
                <a16:creationId xmlns:a16="http://schemas.microsoft.com/office/drawing/2014/main" id="{C6936A1F-69E0-D635-D02A-5B02E9F89676}"/>
              </a:ext>
            </a:extLst>
          </p:cNvPr>
          <p:cNvSpPr txBox="1"/>
          <p:nvPr/>
        </p:nvSpPr>
        <p:spPr>
          <a:xfrm>
            <a:off x="811109" y="59108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241" name="Text 14">
            <a:extLst>
              <a:ext uri="{FF2B5EF4-FFF2-40B4-BE49-F238E27FC236}">
                <a16:creationId xmlns:a16="http://schemas.microsoft.com/office/drawing/2014/main" id="{71488B3A-A798-9AF6-F2A6-5D6205B59990}"/>
              </a:ext>
            </a:extLst>
          </p:cNvPr>
          <p:cNvSpPr txBox="1"/>
          <p:nvPr/>
        </p:nvSpPr>
        <p:spPr>
          <a:xfrm>
            <a:off x="1387109" y="59108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242" name="Text 15">
            <a:extLst>
              <a:ext uri="{FF2B5EF4-FFF2-40B4-BE49-F238E27FC236}">
                <a16:creationId xmlns:a16="http://schemas.microsoft.com/office/drawing/2014/main" id="{373075D3-8DBB-7042-6521-917E695DFF21}"/>
              </a:ext>
            </a:extLst>
          </p:cNvPr>
          <p:cNvSpPr txBox="1"/>
          <p:nvPr/>
        </p:nvSpPr>
        <p:spPr>
          <a:xfrm>
            <a:off x="1387109" y="601236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243" name="Shape 16">
            <a:extLst>
              <a:ext uri="{FF2B5EF4-FFF2-40B4-BE49-F238E27FC236}">
                <a16:creationId xmlns:a16="http://schemas.microsoft.com/office/drawing/2014/main" id="{F0B404B7-7EDE-82C7-0FA9-3873BACD2858}"/>
              </a:ext>
            </a:extLst>
          </p:cNvPr>
          <p:cNvSpPr/>
          <p:nvPr/>
        </p:nvSpPr>
        <p:spPr>
          <a:xfrm>
            <a:off x="775109" y="6187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44" name="Text 17">
            <a:extLst>
              <a:ext uri="{FF2B5EF4-FFF2-40B4-BE49-F238E27FC236}">
                <a16:creationId xmlns:a16="http://schemas.microsoft.com/office/drawing/2014/main" id="{2CB73F19-85D8-7A74-43D3-4557C5419855}"/>
              </a:ext>
            </a:extLst>
          </p:cNvPr>
          <p:cNvSpPr txBox="1"/>
          <p:nvPr/>
        </p:nvSpPr>
        <p:spPr>
          <a:xfrm>
            <a:off x="811109" y="6219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245" name="Text 18">
            <a:extLst>
              <a:ext uri="{FF2B5EF4-FFF2-40B4-BE49-F238E27FC236}">
                <a16:creationId xmlns:a16="http://schemas.microsoft.com/office/drawing/2014/main" id="{1A992DED-EC3D-01D2-7216-54BEFC3ACC19}"/>
              </a:ext>
            </a:extLst>
          </p:cNvPr>
          <p:cNvSpPr txBox="1"/>
          <p:nvPr/>
        </p:nvSpPr>
        <p:spPr>
          <a:xfrm>
            <a:off x="1387109" y="6219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246" name="Text 19">
            <a:extLst>
              <a:ext uri="{FF2B5EF4-FFF2-40B4-BE49-F238E27FC236}">
                <a16:creationId xmlns:a16="http://schemas.microsoft.com/office/drawing/2014/main" id="{9C66A66D-D5B0-901C-FF0A-8EFBE7228621}"/>
              </a:ext>
            </a:extLst>
          </p:cNvPr>
          <p:cNvSpPr txBox="1"/>
          <p:nvPr/>
        </p:nvSpPr>
        <p:spPr>
          <a:xfrm>
            <a:off x="1387109" y="632124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247" name="Shape 20">
            <a:extLst>
              <a:ext uri="{FF2B5EF4-FFF2-40B4-BE49-F238E27FC236}">
                <a16:creationId xmlns:a16="http://schemas.microsoft.com/office/drawing/2014/main" id="{81C1EA87-96A8-8698-B8B6-561E9EEFFCFC}"/>
              </a:ext>
            </a:extLst>
          </p:cNvPr>
          <p:cNvSpPr/>
          <p:nvPr/>
        </p:nvSpPr>
        <p:spPr>
          <a:xfrm>
            <a:off x="775109" y="642852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48" name="Text 21">
            <a:extLst>
              <a:ext uri="{FF2B5EF4-FFF2-40B4-BE49-F238E27FC236}">
                <a16:creationId xmlns:a16="http://schemas.microsoft.com/office/drawing/2014/main" id="{F7B307BE-EA2F-615A-1201-BDE948BC6950}"/>
              </a:ext>
            </a:extLst>
          </p:cNvPr>
          <p:cNvSpPr txBox="1"/>
          <p:nvPr/>
        </p:nvSpPr>
        <p:spPr>
          <a:xfrm>
            <a:off x="811109" y="642852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249" name="Text 22">
            <a:extLst>
              <a:ext uri="{FF2B5EF4-FFF2-40B4-BE49-F238E27FC236}">
                <a16:creationId xmlns:a16="http://schemas.microsoft.com/office/drawing/2014/main" id="{F63A8F09-5FD4-D2AA-0AEA-A6C313E610F2}"/>
              </a:ext>
            </a:extLst>
          </p:cNvPr>
          <p:cNvSpPr txBox="1"/>
          <p:nvPr/>
        </p:nvSpPr>
        <p:spPr>
          <a:xfrm>
            <a:off x="1387109" y="642852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250" name="Shape 23">
            <a:extLst>
              <a:ext uri="{FF2B5EF4-FFF2-40B4-BE49-F238E27FC236}">
                <a16:creationId xmlns:a16="http://schemas.microsoft.com/office/drawing/2014/main" id="{2463BDE5-D9EB-99F3-35B5-887A3172D7E6}"/>
              </a:ext>
            </a:extLst>
          </p:cNvPr>
          <p:cNvSpPr/>
          <p:nvPr/>
        </p:nvSpPr>
        <p:spPr>
          <a:xfrm>
            <a:off x="775109" y="6580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1" name="Text 24">
            <a:extLst>
              <a:ext uri="{FF2B5EF4-FFF2-40B4-BE49-F238E27FC236}">
                <a16:creationId xmlns:a16="http://schemas.microsoft.com/office/drawing/2014/main" id="{230109F8-8915-2A3E-5AB9-0787DD2036CA}"/>
              </a:ext>
            </a:extLst>
          </p:cNvPr>
          <p:cNvSpPr txBox="1"/>
          <p:nvPr/>
        </p:nvSpPr>
        <p:spPr>
          <a:xfrm>
            <a:off x="811109" y="6612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252" name="Text 25">
            <a:extLst>
              <a:ext uri="{FF2B5EF4-FFF2-40B4-BE49-F238E27FC236}">
                <a16:creationId xmlns:a16="http://schemas.microsoft.com/office/drawing/2014/main" id="{EEF3A535-A23E-B7B4-5121-AF41910F4666}"/>
              </a:ext>
            </a:extLst>
          </p:cNvPr>
          <p:cNvSpPr txBox="1"/>
          <p:nvPr/>
        </p:nvSpPr>
        <p:spPr>
          <a:xfrm>
            <a:off x="1387109" y="6612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253" name="Text 26">
            <a:extLst>
              <a:ext uri="{FF2B5EF4-FFF2-40B4-BE49-F238E27FC236}">
                <a16:creationId xmlns:a16="http://schemas.microsoft.com/office/drawing/2014/main" id="{01B9B4BD-91CA-2D72-CD7E-7F64A7567514}"/>
              </a:ext>
            </a:extLst>
          </p:cNvPr>
          <p:cNvSpPr txBox="1"/>
          <p:nvPr/>
        </p:nvSpPr>
        <p:spPr>
          <a:xfrm>
            <a:off x="1387109" y="6714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254" name="Shape 27">
            <a:extLst>
              <a:ext uri="{FF2B5EF4-FFF2-40B4-BE49-F238E27FC236}">
                <a16:creationId xmlns:a16="http://schemas.microsoft.com/office/drawing/2014/main" id="{8D0A3E8D-3F35-4BAF-8CB4-6C09E204058D}"/>
              </a:ext>
            </a:extLst>
          </p:cNvPr>
          <p:cNvSpPr/>
          <p:nvPr/>
        </p:nvSpPr>
        <p:spPr>
          <a:xfrm>
            <a:off x="775109" y="6889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5" name="Text 28">
            <a:extLst>
              <a:ext uri="{FF2B5EF4-FFF2-40B4-BE49-F238E27FC236}">
                <a16:creationId xmlns:a16="http://schemas.microsoft.com/office/drawing/2014/main" id="{4EA29A90-1195-6E58-6887-40734CB24E64}"/>
              </a:ext>
            </a:extLst>
          </p:cNvPr>
          <p:cNvSpPr txBox="1"/>
          <p:nvPr/>
        </p:nvSpPr>
        <p:spPr>
          <a:xfrm>
            <a:off x="811109" y="6921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256" name="Text 29">
            <a:extLst>
              <a:ext uri="{FF2B5EF4-FFF2-40B4-BE49-F238E27FC236}">
                <a16:creationId xmlns:a16="http://schemas.microsoft.com/office/drawing/2014/main" id="{CA5F25C2-1BC4-7196-4F44-38A2090BFB50}"/>
              </a:ext>
            </a:extLst>
          </p:cNvPr>
          <p:cNvSpPr txBox="1"/>
          <p:nvPr/>
        </p:nvSpPr>
        <p:spPr>
          <a:xfrm>
            <a:off x="1387109" y="6921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257" name="Text 30">
            <a:extLst>
              <a:ext uri="{FF2B5EF4-FFF2-40B4-BE49-F238E27FC236}">
                <a16:creationId xmlns:a16="http://schemas.microsoft.com/office/drawing/2014/main" id="{12F60CFD-509B-2A9E-42CB-3DC7D0B93A00}"/>
              </a:ext>
            </a:extLst>
          </p:cNvPr>
          <p:cNvSpPr txBox="1"/>
          <p:nvPr/>
        </p:nvSpPr>
        <p:spPr>
          <a:xfrm>
            <a:off x="1387109" y="70228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258" name="Shape 31">
            <a:extLst>
              <a:ext uri="{FF2B5EF4-FFF2-40B4-BE49-F238E27FC236}">
                <a16:creationId xmlns:a16="http://schemas.microsoft.com/office/drawing/2014/main" id="{315FD9D3-096E-04C1-D3D7-945AEA6ECE69}"/>
              </a:ext>
            </a:extLst>
          </p:cNvPr>
          <p:cNvSpPr/>
          <p:nvPr/>
        </p:nvSpPr>
        <p:spPr>
          <a:xfrm>
            <a:off x="775109" y="7130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9" name="Text 32">
            <a:extLst>
              <a:ext uri="{FF2B5EF4-FFF2-40B4-BE49-F238E27FC236}">
                <a16:creationId xmlns:a16="http://schemas.microsoft.com/office/drawing/2014/main" id="{E1236286-6EC4-1A6B-0D0D-0734CDD0B1E9}"/>
              </a:ext>
            </a:extLst>
          </p:cNvPr>
          <p:cNvSpPr txBox="1"/>
          <p:nvPr/>
        </p:nvSpPr>
        <p:spPr>
          <a:xfrm>
            <a:off x="811109" y="7162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260" name="Text 33">
            <a:extLst>
              <a:ext uri="{FF2B5EF4-FFF2-40B4-BE49-F238E27FC236}">
                <a16:creationId xmlns:a16="http://schemas.microsoft.com/office/drawing/2014/main" id="{4C656902-6A2A-33A9-EE19-3685408348FC}"/>
              </a:ext>
            </a:extLst>
          </p:cNvPr>
          <p:cNvSpPr txBox="1"/>
          <p:nvPr/>
        </p:nvSpPr>
        <p:spPr>
          <a:xfrm>
            <a:off x="1387109" y="7162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261" name="Text 34">
            <a:extLst>
              <a:ext uri="{FF2B5EF4-FFF2-40B4-BE49-F238E27FC236}">
                <a16:creationId xmlns:a16="http://schemas.microsoft.com/office/drawing/2014/main" id="{D38D2E7C-C648-5EB0-1CAB-5ADF75FCA370}"/>
              </a:ext>
            </a:extLst>
          </p:cNvPr>
          <p:cNvSpPr txBox="1"/>
          <p:nvPr/>
        </p:nvSpPr>
        <p:spPr>
          <a:xfrm>
            <a:off x="1387109" y="72640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262" name="Shape 35">
            <a:extLst>
              <a:ext uri="{FF2B5EF4-FFF2-40B4-BE49-F238E27FC236}">
                <a16:creationId xmlns:a16="http://schemas.microsoft.com/office/drawing/2014/main" id="{74ECEEF5-CF83-0BD3-54AA-574E3EA3D1E4}"/>
              </a:ext>
            </a:extLst>
          </p:cNvPr>
          <p:cNvSpPr/>
          <p:nvPr/>
        </p:nvSpPr>
        <p:spPr>
          <a:xfrm>
            <a:off x="775109" y="73713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63" name="Text 36">
            <a:extLst>
              <a:ext uri="{FF2B5EF4-FFF2-40B4-BE49-F238E27FC236}">
                <a16:creationId xmlns:a16="http://schemas.microsoft.com/office/drawing/2014/main" id="{AB51F58F-00F9-CFD7-1105-7489B48D7D03}"/>
              </a:ext>
            </a:extLst>
          </p:cNvPr>
          <p:cNvSpPr txBox="1"/>
          <p:nvPr/>
        </p:nvSpPr>
        <p:spPr>
          <a:xfrm>
            <a:off x="811109" y="74037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264" name="Text 37">
            <a:extLst>
              <a:ext uri="{FF2B5EF4-FFF2-40B4-BE49-F238E27FC236}">
                <a16:creationId xmlns:a16="http://schemas.microsoft.com/office/drawing/2014/main" id="{A322868D-04A5-3C01-FF99-A2B8F678FA36}"/>
              </a:ext>
            </a:extLst>
          </p:cNvPr>
          <p:cNvSpPr txBox="1"/>
          <p:nvPr/>
        </p:nvSpPr>
        <p:spPr>
          <a:xfrm>
            <a:off x="1387109" y="74037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265" name="Text 38">
            <a:extLst>
              <a:ext uri="{FF2B5EF4-FFF2-40B4-BE49-F238E27FC236}">
                <a16:creationId xmlns:a16="http://schemas.microsoft.com/office/drawing/2014/main" id="{C3029712-DCD9-FFDB-7AAA-3FE67F8EDB8F}"/>
              </a:ext>
            </a:extLst>
          </p:cNvPr>
          <p:cNvSpPr txBox="1"/>
          <p:nvPr/>
        </p:nvSpPr>
        <p:spPr>
          <a:xfrm>
            <a:off x="1387109" y="750528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266" name="Shape 39">
            <a:extLst>
              <a:ext uri="{FF2B5EF4-FFF2-40B4-BE49-F238E27FC236}">
                <a16:creationId xmlns:a16="http://schemas.microsoft.com/office/drawing/2014/main" id="{7DD06580-8028-784E-1B81-86B04C658583}"/>
              </a:ext>
            </a:extLst>
          </p:cNvPr>
          <p:cNvSpPr/>
          <p:nvPr/>
        </p:nvSpPr>
        <p:spPr>
          <a:xfrm>
            <a:off x="775109" y="768024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67" name="Text 40">
            <a:extLst>
              <a:ext uri="{FF2B5EF4-FFF2-40B4-BE49-F238E27FC236}">
                <a16:creationId xmlns:a16="http://schemas.microsoft.com/office/drawing/2014/main" id="{EC5993CB-2CBA-8650-51A6-E300140519DB}"/>
              </a:ext>
            </a:extLst>
          </p:cNvPr>
          <p:cNvSpPr txBox="1"/>
          <p:nvPr/>
        </p:nvSpPr>
        <p:spPr>
          <a:xfrm>
            <a:off x="811109" y="768024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268" name="Text 41">
            <a:extLst>
              <a:ext uri="{FF2B5EF4-FFF2-40B4-BE49-F238E27FC236}">
                <a16:creationId xmlns:a16="http://schemas.microsoft.com/office/drawing/2014/main" id="{DF0CBE23-4E02-ACCD-0874-1A613F1B1932}"/>
              </a:ext>
            </a:extLst>
          </p:cNvPr>
          <p:cNvSpPr txBox="1"/>
          <p:nvPr/>
        </p:nvSpPr>
        <p:spPr>
          <a:xfrm>
            <a:off x="1387109" y="768024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269" name="Shape 42">
            <a:extLst>
              <a:ext uri="{FF2B5EF4-FFF2-40B4-BE49-F238E27FC236}">
                <a16:creationId xmlns:a16="http://schemas.microsoft.com/office/drawing/2014/main" id="{C2453BF3-2476-F94C-1705-308B41171A3B}"/>
              </a:ext>
            </a:extLst>
          </p:cNvPr>
          <p:cNvSpPr/>
          <p:nvPr/>
        </p:nvSpPr>
        <p:spPr>
          <a:xfrm>
            <a:off x="775109" y="7832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0" name="Text 43">
            <a:extLst>
              <a:ext uri="{FF2B5EF4-FFF2-40B4-BE49-F238E27FC236}">
                <a16:creationId xmlns:a16="http://schemas.microsoft.com/office/drawing/2014/main" id="{3A91FE32-2636-8145-1ED5-3C657897C068}"/>
              </a:ext>
            </a:extLst>
          </p:cNvPr>
          <p:cNvSpPr txBox="1"/>
          <p:nvPr/>
        </p:nvSpPr>
        <p:spPr>
          <a:xfrm>
            <a:off x="811109" y="7864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271" name="Text 44">
            <a:extLst>
              <a:ext uri="{FF2B5EF4-FFF2-40B4-BE49-F238E27FC236}">
                <a16:creationId xmlns:a16="http://schemas.microsoft.com/office/drawing/2014/main" id="{B5B9A374-4EE5-B7E5-DAB3-014D2C269C86}"/>
              </a:ext>
            </a:extLst>
          </p:cNvPr>
          <p:cNvSpPr txBox="1"/>
          <p:nvPr/>
        </p:nvSpPr>
        <p:spPr>
          <a:xfrm>
            <a:off x="1387109" y="7864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272" name="Text 45">
            <a:extLst>
              <a:ext uri="{FF2B5EF4-FFF2-40B4-BE49-F238E27FC236}">
                <a16:creationId xmlns:a16="http://schemas.microsoft.com/office/drawing/2014/main" id="{75E42B22-648C-B11B-04ED-27161DE4317F}"/>
              </a:ext>
            </a:extLst>
          </p:cNvPr>
          <p:cNvSpPr txBox="1"/>
          <p:nvPr/>
        </p:nvSpPr>
        <p:spPr>
          <a:xfrm>
            <a:off x="1387109" y="796572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273" name="Shape 46">
            <a:extLst>
              <a:ext uri="{FF2B5EF4-FFF2-40B4-BE49-F238E27FC236}">
                <a16:creationId xmlns:a16="http://schemas.microsoft.com/office/drawing/2014/main" id="{E43D3B5E-59EE-BBBA-7D17-E67C61343D15}"/>
              </a:ext>
            </a:extLst>
          </p:cNvPr>
          <p:cNvSpPr/>
          <p:nvPr/>
        </p:nvSpPr>
        <p:spPr>
          <a:xfrm>
            <a:off x="775109" y="80730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4" name="Text 47">
            <a:extLst>
              <a:ext uri="{FF2B5EF4-FFF2-40B4-BE49-F238E27FC236}">
                <a16:creationId xmlns:a16="http://schemas.microsoft.com/office/drawing/2014/main" id="{B683F208-20C2-45C6-9879-CBE714274CC1}"/>
              </a:ext>
            </a:extLst>
          </p:cNvPr>
          <p:cNvSpPr txBox="1"/>
          <p:nvPr/>
        </p:nvSpPr>
        <p:spPr>
          <a:xfrm>
            <a:off x="811109" y="81054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275" name="Text 48">
            <a:extLst>
              <a:ext uri="{FF2B5EF4-FFF2-40B4-BE49-F238E27FC236}">
                <a16:creationId xmlns:a16="http://schemas.microsoft.com/office/drawing/2014/main" id="{BEB3ABF7-6DA9-2FE9-6A64-351AECA31A96}"/>
              </a:ext>
            </a:extLst>
          </p:cNvPr>
          <p:cNvSpPr txBox="1"/>
          <p:nvPr/>
        </p:nvSpPr>
        <p:spPr>
          <a:xfrm>
            <a:off x="1387109" y="81054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276" name="Text 49">
            <a:extLst>
              <a:ext uri="{FF2B5EF4-FFF2-40B4-BE49-F238E27FC236}">
                <a16:creationId xmlns:a16="http://schemas.microsoft.com/office/drawing/2014/main" id="{7C845A18-457E-2D11-6EE8-38E7132320BD}"/>
              </a:ext>
            </a:extLst>
          </p:cNvPr>
          <p:cNvSpPr txBox="1"/>
          <p:nvPr/>
        </p:nvSpPr>
        <p:spPr>
          <a:xfrm>
            <a:off x="1387109" y="820692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277" name="Shape 50">
            <a:extLst>
              <a:ext uri="{FF2B5EF4-FFF2-40B4-BE49-F238E27FC236}">
                <a16:creationId xmlns:a16="http://schemas.microsoft.com/office/drawing/2014/main" id="{301A73B5-702F-D498-A1EB-E69A4938BC28}"/>
              </a:ext>
            </a:extLst>
          </p:cNvPr>
          <p:cNvSpPr/>
          <p:nvPr/>
        </p:nvSpPr>
        <p:spPr>
          <a:xfrm>
            <a:off x="775109" y="8382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8" name="Text 51">
            <a:extLst>
              <a:ext uri="{FF2B5EF4-FFF2-40B4-BE49-F238E27FC236}">
                <a16:creationId xmlns:a16="http://schemas.microsoft.com/office/drawing/2014/main" id="{BA41F521-5B4D-8950-A8C7-FE257526AEE4}"/>
              </a:ext>
            </a:extLst>
          </p:cNvPr>
          <p:cNvSpPr txBox="1"/>
          <p:nvPr/>
        </p:nvSpPr>
        <p:spPr>
          <a:xfrm>
            <a:off x="811109" y="8414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279" name="Text 52">
            <a:extLst>
              <a:ext uri="{FF2B5EF4-FFF2-40B4-BE49-F238E27FC236}">
                <a16:creationId xmlns:a16="http://schemas.microsoft.com/office/drawing/2014/main" id="{7002FBA7-030A-F8D5-8682-8445D96856C4}"/>
              </a:ext>
            </a:extLst>
          </p:cNvPr>
          <p:cNvSpPr txBox="1"/>
          <p:nvPr/>
        </p:nvSpPr>
        <p:spPr>
          <a:xfrm>
            <a:off x="1387109" y="8414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280" name="Text 53">
            <a:extLst>
              <a:ext uri="{FF2B5EF4-FFF2-40B4-BE49-F238E27FC236}">
                <a16:creationId xmlns:a16="http://schemas.microsoft.com/office/drawing/2014/main" id="{931439F3-7E6B-693F-B945-5C13E51BDF38}"/>
              </a:ext>
            </a:extLst>
          </p:cNvPr>
          <p:cNvSpPr txBox="1"/>
          <p:nvPr/>
        </p:nvSpPr>
        <p:spPr>
          <a:xfrm>
            <a:off x="1387109" y="851580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281" name="Shape 54">
            <a:extLst>
              <a:ext uri="{FF2B5EF4-FFF2-40B4-BE49-F238E27FC236}">
                <a16:creationId xmlns:a16="http://schemas.microsoft.com/office/drawing/2014/main" id="{D0C393F7-4494-F496-E7D3-324CC7AB2218}"/>
              </a:ext>
            </a:extLst>
          </p:cNvPr>
          <p:cNvSpPr/>
          <p:nvPr/>
        </p:nvSpPr>
        <p:spPr>
          <a:xfrm>
            <a:off x="775109" y="8623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82" name="Text 55">
            <a:extLst>
              <a:ext uri="{FF2B5EF4-FFF2-40B4-BE49-F238E27FC236}">
                <a16:creationId xmlns:a16="http://schemas.microsoft.com/office/drawing/2014/main" id="{13D4A459-A697-A53E-0A78-74BFF3E5AA4C}"/>
              </a:ext>
            </a:extLst>
          </p:cNvPr>
          <p:cNvSpPr txBox="1"/>
          <p:nvPr/>
        </p:nvSpPr>
        <p:spPr>
          <a:xfrm>
            <a:off x="811109" y="8655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283" name="Text 56">
            <a:extLst>
              <a:ext uri="{FF2B5EF4-FFF2-40B4-BE49-F238E27FC236}">
                <a16:creationId xmlns:a16="http://schemas.microsoft.com/office/drawing/2014/main" id="{4A5EC050-5407-FB3C-EF26-8D4F4E696A9B}"/>
              </a:ext>
            </a:extLst>
          </p:cNvPr>
          <p:cNvSpPr txBox="1"/>
          <p:nvPr/>
        </p:nvSpPr>
        <p:spPr>
          <a:xfrm>
            <a:off x="1387109" y="8655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284" name="Text 57">
            <a:extLst>
              <a:ext uri="{FF2B5EF4-FFF2-40B4-BE49-F238E27FC236}">
                <a16:creationId xmlns:a16="http://schemas.microsoft.com/office/drawing/2014/main" id="{66B81133-D616-DBAE-24E2-D397F34D7923}"/>
              </a:ext>
            </a:extLst>
          </p:cNvPr>
          <p:cNvSpPr txBox="1"/>
          <p:nvPr/>
        </p:nvSpPr>
        <p:spPr>
          <a:xfrm>
            <a:off x="1387109" y="8757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285" name="Shape 58">
            <a:extLst>
              <a:ext uri="{FF2B5EF4-FFF2-40B4-BE49-F238E27FC236}">
                <a16:creationId xmlns:a16="http://schemas.microsoft.com/office/drawing/2014/main" id="{00EA25B0-AB44-931A-B0CF-9DD86ADFDDF8}"/>
              </a:ext>
            </a:extLst>
          </p:cNvPr>
          <p:cNvSpPr/>
          <p:nvPr/>
        </p:nvSpPr>
        <p:spPr>
          <a:xfrm>
            <a:off x="775109" y="893196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86" name="Text 59">
            <a:extLst>
              <a:ext uri="{FF2B5EF4-FFF2-40B4-BE49-F238E27FC236}">
                <a16:creationId xmlns:a16="http://schemas.microsoft.com/office/drawing/2014/main" id="{B9405BAD-37B9-F7D9-8CFF-3CB05C81C3D3}"/>
              </a:ext>
            </a:extLst>
          </p:cNvPr>
          <p:cNvSpPr txBox="1"/>
          <p:nvPr/>
        </p:nvSpPr>
        <p:spPr>
          <a:xfrm>
            <a:off x="811109" y="893196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287" name="Text 60">
            <a:extLst>
              <a:ext uri="{FF2B5EF4-FFF2-40B4-BE49-F238E27FC236}">
                <a16:creationId xmlns:a16="http://schemas.microsoft.com/office/drawing/2014/main" id="{8C9B6322-F7BB-406A-5096-9506AF51D90C}"/>
              </a:ext>
            </a:extLst>
          </p:cNvPr>
          <p:cNvSpPr txBox="1"/>
          <p:nvPr/>
        </p:nvSpPr>
        <p:spPr>
          <a:xfrm>
            <a:off x="1387109" y="893196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288" name="Shape 61">
            <a:extLst>
              <a:ext uri="{FF2B5EF4-FFF2-40B4-BE49-F238E27FC236}">
                <a16:creationId xmlns:a16="http://schemas.microsoft.com/office/drawing/2014/main" id="{8F5C7F3D-D197-988E-C7E6-601FCB4EAB2E}"/>
              </a:ext>
            </a:extLst>
          </p:cNvPr>
          <p:cNvSpPr/>
          <p:nvPr/>
        </p:nvSpPr>
        <p:spPr>
          <a:xfrm>
            <a:off x="775109" y="9148686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289" name="Text 63">
            <a:extLst>
              <a:ext uri="{FF2B5EF4-FFF2-40B4-BE49-F238E27FC236}">
                <a16:creationId xmlns:a16="http://schemas.microsoft.com/office/drawing/2014/main" id="{CEC96943-9899-3AF0-04A0-DD151E6C5503}"/>
              </a:ext>
            </a:extLst>
          </p:cNvPr>
          <p:cNvSpPr txBox="1"/>
          <p:nvPr/>
        </p:nvSpPr>
        <p:spPr>
          <a:xfrm>
            <a:off x="775109" y="9240486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290" name="Shape 0">
            <a:extLst>
              <a:ext uri="{FF2B5EF4-FFF2-40B4-BE49-F238E27FC236}">
                <a16:creationId xmlns:a16="http://schemas.microsoft.com/office/drawing/2014/main" id="{A2B1D0AC-65DC-7A9B-74DC-7ED45ABA40CD}"/>
              </a:ext>
            </a:extLst>
          </p:cNvPr>
          <p:cNvSpPr/>
          <p:nvPr/>
        </p:nvSpPr>
        <p:spPr>
          <a:xfrm>
            <a:off x="3789692" y="5046486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291" name="Shape 1">
            <a:extLst>
              <a:ext uri="{FF2B5EF4-FFF2-40B4-BE49-F238E27FC236}">
                <a16:creationId xmlns:a16="http://schemas.microsoft.com/office/drawing/2014/main" id="{53ACF291-0CF0-8522-D453-B0E9F658A913}"/>
              </a:ext>
            </a:extLst>
          </p:cNvPr>
          <p:cNvSpPr/>
          <p:nvPr/>
        </p:nvSpPr>
        <p:spPr>
          <a:xfrm>
            <a:off x="4023692" y="524448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92" name="Text 2">
            <a:extLst>
              <a:ext uri="{FF2B5EF4-FFF2-40B4-BE49-F238E27FC236}">
                <a16:creationId xmlns:a16="http://schemas.microsoft.com/office/drawing/2014/main" id="{A3E5835C-4A5C-BCA8-2080-2F30227FB40F}"/>
              </a:ext>
            </a:extLst>
          </p:cNvPr>
          <p:cNvSpPr txBox="1"/>
          <p:nvPr/>
        </p:nvSpPr>
        <p:spPr>
          <a:xfrm>
            <a:off x="4059692" y="524448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293" name="Text 3">
            <a:extLst>
              <a:ext uri="{FF2B5EF4-FFF2-40B4-BE49-F238E27FC236}">
                <a16:creationId xmlns:a16="http://schemas.microsoft.com/office/drawing/2014/main" id="{DCEC99CF-E4FD-43D5-39D1-E02042F5C9AB}"/>
              </a:ext>
            </a:extLst>
          </p:cNvPr>
          <p:cNvSpPr txBox="1"/>
          <p:nvPr/>
        </p:nvSpPr>
        <p:spPr>
          <a:xfrm>
            <a:off x="4635692" y="524448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294" name="Shape 4">
            <a:extLst>
              <a:ext uri="{FF2B5EF4-FFF2-40B4-BE49-F238E27FC236}">
                <a16:creationId xmlns:a16="http://schemas.microsoft.com/office/drawing/2014/main" id="{FEF7B6D6-797F-12CD-2F1F-8227AF784700}"/>
              </a:ext>
            </a:extLst>
          </p:cNvPr>
          <p:cNvSpPr/>
          <p:nvPr/>
        </p:nvSpPr>
        <p:spPr>
          <a:xfrm>
            <a:off x="4023692" y="53964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95" name="Text 5">
            <a:extLst>
              <a:ext uri="{FF2B5EF4-FFF2-40B4-BE49-F238E27FC236}">
                <a16:creationId xmlns:a16="http://schemas.microsoft.com/office/drawing/2014/main" id="{B5BA1929-3924-A908-C7D0-EDAF342F5100}"/>
              </a:ext>
            </a:extLst>
          </p:cNvPr>
          <p:cNvSpPr txBox="1"/>
          <p:nvPr/>
        </p:nvSpPr>
        <p:spPr>
          <a:xfrm>
            <a:off x="4059692" y="54288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296" name="Text 6">
            <a:extLst>
              <a:ext uri="{FF2B5EF4-FFF2-40B4-BE49-F238E27FC236}">
                <a16:creationId xmlns:a16="http://schemas.microsoft.com/office/drawing/2014/main" id="{30B645B3-4337-88F3-D53A-81F6E8215933}"/>
              </a:ext>
            </a:extLst>
          </p:cNvPr>
          <p:cNvSpPr txBox="1"/>
          <p:nvPr/>
        </p:nvSpPr>
        <p:spPr>
          <a:xfrm>
            <a:off x="4635692" y="54288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297" name="Text 7">
            <a:extLst>
              <a:ext uri="{FF2B5EF4-FFF2-40B4-BE49-F238E27FC236}">
                <a16:creationId xmlns:a16="http://schemas.microsoft.com/office/drawing/2014/main" id="{521273A8-1255-F712-A2AC-A3507F60F956}"/>
              </a:ext>
            </a:extLst>
          </p:cNvPr>
          <p:cNvSpPr txBox="1"/>
          <p:nvPr/>
        </p:nvSpPr>
        <p:spPr>
          <a:xfrm>
            <a:off x="4635692" y="55299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298" name="Shape 8">
            <a:extLst>
              <a:ext uri="{FF2B5EF4-FFF2-40B4-BE49-F238E27FC236}">
                <a16:creationId xmlns:a16="http://schemas.microsoft.com/office/drawing/2014/main" id="{3CAFF113-A45A-2006-89B8-F871D6E37673}"/>
              </a:ext>
            </a:extLst>
          </p:cNvPr>
          <p:cNvSpPr/>
          <p:nvPr/>
        </p:nvSpPr>
        <p:spPr>
          <a:xfrm>
            <a:off x="4023692" y="5637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99" name="Text 9">
            <a:extLst>
              <a:ext uri="{FF2B5EF4-FFF2-40B4-BE49-F238E27FC236}">
                <a16:creationId xmlns:a16="http://schemas.microsoft.com/office/drawing/2014/main" id="{81D60B23-BAA1-E87A-38D9-FD6165A2D86F}"/>
              </a:ext>
            </a:extLst>
          </p:cNvPr>
          <p:cNvSpPr txBox="1"/>
          <p:nvPr/>
        </p:nvSpPr>
        <p:spPr>
          <a:xfrm>
            <a:off x="4059692" y="5669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300" name="Text 10">
            <a:extLst>
              <a:ext uri="{FF2B5EF4-FFF2-40B4-BE49-F238E27FC236}">
                <a16:creationId xmlns:a16="http://schemas.microsoft.com/office/drawing/2014/main" id="{FBD45909-8876-7F00-3D09-C55A4FF9E9E9}"/>
              </a:ext>
            </a:extLst>
          </p:cNvPr>
          <p:cNvSpPr txBox="1"/>
          <p:nvPr/>
        </p:nvSpPr>
        <p:spPr>
          <a:xfrm>
            <a:off x="4635692" y="5669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301" name="Text 11">
            <a:extLst>
              <a:ext uri="{FF2B5EF4-FFF2-40B4-BE49-F238E27FC236}">
                <a16:creationId xmlns:a16="http://schemas.microsoft.com/office/drawing/2014/main" id="{B32C15DC-3C75-A0A1-DE5F-4559813CAA35}"/>
              </a:ext>
            </a:extLst>
          </p:cNvPr>
          <p:cNvSpPr txBox="1"/>
          <p:nvPr/>
        </p:nvSpPr>
        <p:spPr>
          <a:xfrm>
            <a:off x="4635692" y="57711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302" name="Shape 12">
            <a:extLst>
              <a:ext uri="{FF2B5EF4-FFF2-40B4-BE49-F238E27FC236}">
                <a16:creationId xmlns:a16="http://schemas.microsoft.com/office/drawing/2014/main" id="{521133F2-E005-F4E9-F28E-CAA5AB133E2D}"/>
              </a:ext>
            </a:extLst>
          </p:cNvPr>
          <p:cNvSpPr/>
          <p:nvPr/>
        </p:nvSpPr>
        <p:spPr>
          <a:xfrm>
            <a:off x="4023692" y="58784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03" name="Text 13">
            <a:extLst>
              <a:ext uri="{FF2B5EF4-FFF2-40B4-BE49-F238E27FC236}">
                <a16:creationId xmlns:a16="http://schemas.microsoft.com/office/drawing/2014/main" id="{DC1D6E3E-31E9-2B85-0D2A-3080EE1DF285}"/>
              </a:ext>
            </a:extLst>
          </p:cNvPr>
          <p:cNvSpPr txBox="1"/>
          <p:nvPr/>
        </p:nvSpPr>
        <p:spPr>
          <a:xfrm>
            <a:off x="4059692" y="59108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304" name="Text 14">
            <a:extLst>
              <a:ext uri="{FF2B5EF4-FFF2-40B4-BE49-F238E27FC236}">
                <a16:creationId xmlns:a16="http://schemas.microsoft.com/office/drawing/2014/main" id="{8F3A891F-834F-360B-FF3D-0E185E0E2D6D}"/>
              </a:ext>
            </a:extLst>
          </p:cNvPr>
          <p:cNvSpPr txBox="1"/>
          <p:nvPr/>
        </p:nvSpPr>
        <p:spPr>
          <a:xfrm>
            <a:off x="4635692" y="59108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305" name="Text 15">
            <a:extLst>
              <a:ext uri="{FF2B5EF4-FFF2-40B4-BE49-F238E27FC236}">
                <a16:creationId xmlns:a16="http://schemas.microsoft.com/office/drawing/2014/main" id="{1AE7A30B-AD72-9DCD-B712-48C7B9E1E2C4}"/>
              </a:ext>
            </a:extLst>
          </p:cNvPr>
          <p:cNvSpPr txBox="1"/>
          <p:nvPr/>
        </p:nvSpPr>
        <p:spPr>
          <a:xfrm>
            <a:off x="4635692" y="601236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306" name="Shape 16">
            <a:extLst>
              <a:ext uri="{FF2B5EF4-FFF2-40B4-BE49-F238E27FC236}">
                <a16:creationId xmlns:a16="http://schemas.microsoft.com/office/drawing/2014/main" id="{54212A65-9A25-4EA4-6E36-D08A1B7232FB}"/>
              </a:ext>
            </a:extLst>
          </p:cNvPr>
          <p:cNvSpPr/>
          <p:nvPr/>
        </p:nvSpPr>
        <p:spPr>
          <a:xfrm>
            <a:off x="4023692" y="6187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07" name="Text 17">
            <a:extLst>
              <a:ext uri="{FF2B5EF4-FFF2-40B4-BE49-F238E27FC236}">
                <a16:creationId xmlns:a16="http://schemas.microsoft.com/office/drawing/2014/main" id="{76C0A7EF-E7E6-F4BB-639D-40DEE1E5E025}"/>
              </a:ext>
            </a:extLst>
          </p:cNvPr>
          <p:cNvSpPr txBox="1"/>
          <p:nvPr/>
        </p:nvSpPr>
        <p:spPr>
          <a:xfrm>
            <a:off x="4059692" y="6219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308" name="Text 18">
            <a:extLst>
              <a:ext uri="{FF2B5EF4-FFF2-40B4-BE49-F238E27FC236}">
                <a16:creationId xmlns:a16="http://schemas.microsoft.com/office/drawing/2014/main" id="{76D89B6A-0083-4746-F863-8E28E8EB2F36}"/>
              </a:ext>
            </a:extLst>
          </p:cNvPr>
          <p:cNvSpPr txBox="1"/>
          <p:nvPr/>
        </p:nvSpPr>
        <p:spPr>
          <a:xfrm>
            <a:off x="4635692" y="6219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309" name="Text 19">
            <a:extLst>
              <a:ext uri="{FF2B5EF4-FFF2-40B4-BE49-F238E27FC236}">
                <a16:creationId xmlns:a16="http://schemas.microsoft.com/office/drawing/2014/main" id="{577BA77D-191F-07FF-046B-9A791ADB7A10}"/>
              </a:ext>
            </a:extLst>
          </p:cNvPr>
          <p:cNvSpPr txBox="1"/>
          <p:nvPr/>
        </p:nvSpPr>
        <p:spPr>
          <a:xfrm>
            <a:off x="4635692" y="632124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310" name="Shape 20">
            <a:extLst>
              <a:ext uri="{FF2B5EF4-FFF2-40B4-BE49-F238E27FC236}">
                <a16:creationId xmlns:a16="http://schemas.microsoft.com/office/drawing/2014/main" id="{212DCACD-66A7-6091-120E-42E833C2F861}"/>
              </a:ext>
            </a:extLst>
          </p:cNvPr>
          <p:cNvSpPr/>
          <p:nvPr/>
        </p:nvSpPr>
        <p:spPr>
          <a:xfrm>
            <a:off x="4023692" y="642852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11" name="Text 21">
            <a:extLst>
              <a:ext uri="{FF2B5EF4-FFF2-40B4-BE49-F238E27FC236}">
                <a16:creationId xmlns:a16="http://schemas.microsoft.com/office/drawing/2014/main" id="{4533DB6C-4E7B-E04E-5EBD-ECB14F17383D}"/>
              </a:ext>
            </a:extLst>
          </p:cNvPr>
          <p:cNvSpPr txBox="1"/>
          <p:nvPr/>
        </p:nvSpPr>
        <p:spPr>
          <a:xfrm>
            <a:off x="4059692" y="642852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312" name="Text 22">
            <a:extLst>
              <a:ext uri="{FF2B5EF4-FFF2-40B4-BE49-F238E27FC236}">
                <a16:creationId xmlns:a16="http://schemas.microsoft.com/office/drawing/2014/main" id="{FFE2451A-0723-3694-5D70-691BAE265BCA}"/>
              </a:ext>
            </a:extLst>
          </p:cNvPr>
          <p:cNvSpPr txBox="1"/>
          <p:nvPr/>
        </p:nvSpPr>
        <p:spPr>
          <a:xfrm>
            <a:off x="4635692" y="642852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313" name="Shape 23">
            <a:extLst>
              <a:ext uri="{FF2B5EF4-FFF2-40B4-BE49-F238E27FC236}">
                <a16:creationId xmlns:a16="http://schemas.microsoft.com/office/drawing/2014/main" id="{FF8872AA-06A9-8816-DA58-231D817914CA}"/>
              </a:ext>
            </a:extLst>
          </p:cNvPr>
          <p:cNvSpPr/>
          <p:nvPr/>
        </p:nvSpPr>
        <p:spPr>
          <a:xfrm>
            <a:off x="4023692" y="6580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14" name="Text 24">
            <a:extLst>
              <a:ext uri="{FF2B5EF4-FFF2-40B4-BE49-F238E27FC236}">
                <a16:creationId xmlns:a16="http://schemas.microsoft.com/office/drawing/2014/main" id="{049A67E5-F21E-CA1D-A315-D4AA511C00C6}"/>
              </a:ext>
            </a:extLst>
          </p:cNvPr>
          <p:cNvSpPr txBox="1"/>
          <p:nvPr/>
        </p:nvSpPr>
        <p:spPr>
          <a:xfrm>
            <a:off x="4059692" y="6612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315" name="Text 25">
            <a:extLst>
              <a:ext uri="{FF2B5EF4-FFF2-40B4-BE49-F238E27FC236}">
                <a16:creationId xmlns:a16="http://schemas.microsoft.com/office/drawing/2014/main" id="{5BD45561-33F2-CB31-CB27-EE81E5772081}"/>
              </a:ext>
            </a:extLst>
          </p:cNvPr>
          <p:cNvSpPr txBox="1"/>
          <p:nvPr/>
        </p:nvSpPr>
        <p:spPr>
          <a:xfrm>
            <a:off x="4635692" y="6612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316" name="Text 26">
            <a:extLst>
              <a:ext uri="{FF2B5EF4-FFF2-40B4-BE49-F238E27FC236}">
                <a16:creationId xmlns:a16="http://schemas.microsoft.com/office/drawing/2014/main" id="{3518F4D0-9F65-6AB2-0777-CA1E6AD85D39}"/>
              </a:ext>
            </a:extLst>
          </p:cNvPr>
          <p:cNvSpPr txBox="1"/>
          <p:nvPr/>
        </p:nvSpPr>
        <p:spPr>
          <a:xfrm>
            <a:off x="4635692" y="6714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317" name="Shape 27">
            <a:extLst>
              <a:ext uri="{FF2B5EF4-FFF2-40B4-BE49-F238E27FC236}">
                <a16:creationId xmlns:a16="http://schemas.microsoft.com/office/drawing/2014/main" id="{FA587B74-E0F0-8948-0E02-FCC2406FD90D}"/>
              </a:ext>
            </a:extLst>
          </p:cNvPr>
          <p:cNvSpPr/>
          <p:nvPr/>
        </p:nvSpPr>
        <p:spPr>
          <a:xfrm>
            <a:off x="4023692" y="6889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18" name="Text 28">
            <a:extLst>
              <a:ext uri="{FF2B5EF4-FFF2-40B4-BE49-F238E27FC236}">
                <a16:creationId xmlns:a16="http://schemas.microsoft.com/office/drawing/2014/main" id="{6B27F3FC-5A4D-B75E-E3FA-A7C5015BD246}"/>
              </a:ext>
            </a:extLst>
          </p:cNvPr>
          <p:cNvSpPr txBox="1"/>
          <p:nvPr/>
        </p:nvSpPr>
        <p:spPr>
          <a:xfrm>
            <a:off x="4059692" y="6921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319" name="Text 29">
            <a:extLst>
              <a:ext uri="{FF2B5EF4-FFF2-40B4-BE49-F238E27FC236}">
                <a16:creationId xmlns:a16="http://schemas.microsoft.com/office/drawing/2014/main" id="{E1EBA60E-647A-9B1F-0034-D89E4005D6A4}"/>
              </a:ext>
            </a:extLst>
          </p:cNvPr>
          <p:cNvSpPr txBox="1"/>
          <p:nvPr/>
        </p:nvSpPr>
        <p:spPr>
          <a:xfrm>
            <a:off x="4635692" y="6921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320" name="Text 30">
            <a:extLst>
              <a:ext uri="{FF2B5EF4-FFF2-40B4-BE49-F238E27FC236}">
                <a16:creationId xmlns:a16="http://schemas.microsoft.com/office/drawing/2014/main" id="{70EBEFE5-5115-3DD7-C1E3-5490CF6F025B}"/>
              </a:ext>
            </a:extLst>
          </p:cNvPr>
          <p:cNvSpPr txBox="1"/>
          <p:nvPr/>
        </p:nvSpPr>
        <p:spPr>
          <a:xfrm>
            <a:off x="4635692" y="70228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321" name="Shape 31">
            <a:extLst>
              <a:ext uri="{FF2B5EF4-FFF2-40B4-BE49-F238E27FC236}">
                <a16:creationId xmlns:a16="http://schemas.microsoft.com/office/drawing/2014/main" id="{18F1584E-B176-CA84-AF4B-4715EB4FBD4B}"/>
              </a:ext>
            </a:extLst>
          </p:cNvPr>
          <p:cNvSpPr/>
          <p:nvPr/>
        </p:nvSpPr>
        <p:spPr>
          <a:xfrm>
            <a:off x="4023692" y="7130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22" name="Text 32">
            <a:extLst>
              <a:ext uri="{FF2B5EF4-FFF2-40B4-BE49-F238E27FC236}">
                <a16:creationId xmlns:a16="http://schemas.microsoft.com/office/drawing/2014/main" id="{AC4308A4-A015-53BE-2C6F-CB7832FB89D6}"/>
              </a:ext>
            </a:extLst>
          </p:cNvPr>
          <p:cNvSpPr txBox="1"/>
          <p:nvPr/>
        </p:nvSpPr>
        <p:spPr>
          <a:xfrm>
            <a:off x="4059692" y="7162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323" name="Text 33">
            <a:extLst>
              <a:ext uri="{FF2B5EF4-FFF2-40B4-BE49-F238E27FC236}">
                <a16:creationId xmlns:a16="http://schemas.microsoft.com/office/drawing/2014/main" id="{C2DE709F-B1B8-F87B-A8C2-1061989097D1}"/>
              </a:ext>
            </a:extLst>
          </p:cNvPr>
          <p:cNvSpPr txBox="1"/>
          <p:nvPr/>
        </p:nvSpPr>
        <p:spPr>
          <a:xfrm>
            <a:off x="4635692" y="7162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324" name="Text 34">
            <a:extLst>
              <a:ext uri="{FF2B5EF4-FFF2-40B4-BE49-F238E27FC236}">
                <a16:creationId xmlns:a16="http://schemas.microsoft.com/office/drawing/2014/main" id="{BD7D2551-C664-F4B9-9987-6492D93B3403}"/>
              </a:ext>
            </a:extLst>
          </p:cNvPr>
          <p:cNvSpPr txBox="1"/>
          <p:nvPr/>
        </p:nvSpPr>
        <p:spPr>
          <a:xfrm>
            <a:off x="4635692" y="72640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325" name="Shape 35">
            <a:extLst>
              <a:ext uri="{FF2B5EF4-FFF2-40B4-BE49-F238E27FC236}">
                <a16:creationId xmlns:a16="http://schemas.microsoft.com/office/drawing/2014/main" id="{B20CF1E3-A6D0-E2F2-09F5-CA875E3DDAE6}"/>
              </a:ext>
            </a:extLst>
          </p:cNvPr>
          <p:cNvSpPr/>
          <p:nvPr/>
        </p:nvSpPr>
        <p:spPr>
          <a:xfrm>
            <a:off x="4023692" y="73713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26" name="Text 36">
            <a:extLst>
              <a:ext uri="{FF2B5EF4-FFF2-40B4-BE49-F238E27FC236}">
                <a16:creationId xmlns:a16="http://schemas.microsoft.com/office/drawing/2014/main" id="{C280C293-9A1B-99C9-A966-B09EF18AE0D4}"/>
              </a:ext>
            </a:extLst>
          </p:cNvPr>
          <p:cNvSpPr txBox="1"/>
          <p:nvPr/>
        </p:nvSpPr>
        <p:spPr>
          <a:xfrm>
            <a:off x="4059692" y="74037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327" name="Text 37">
            <a:extLst>
              <a:ext uri="{FF2B5EF4-FFF2-40B4-BE49-F238E27FC236}">
                <a16:creationId xmlns:a16="http://schemas.microsoft.com/office/drawing/2014/main" id="{C3ACE5DF-BC63-2FAD-2FD9-999023972985}"/>
              </a:ext>
            </a:extLst>
          </p:cNvPr>
          <p:cNvSpPr txBox="1"/>
          <p:nvPr/>
        </p:nvSpPr>
        <p:spPr>
          <a:xfrm>
            <a:off x="4635692" y="74037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328" name="Text 38">
            <a:extLst>
              <a:ext uri="{FF2B5EF4-FFF2-40B4-BE49-F238E27FC236}">
                <a16:creationId xmlns:a16="http://schemas.microsoft.com/office/drawing/2014/main" id="{4B8EBBA0-FA27-C00A-D122-E7B430B5AADB}"/>
              </a:ext>
            </a:extLst>
          </p:cNvPr>
          <p:cNvSpPr txBox="1"/>
          <p:nvPr/>
        </p:nvSpPr>
        <p:spPr>
          <a:xfrm>
            <a:off x="4635692" y="750528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329" name="Shape 39">
            <a:extLst>
              <a:ext uri="{FF2B5EF4-FFF2-40B4-BE49-F238E27FC236}">
                <a16:creationId xmlns:a16="http://schemas.microsoft.com/office/drawing/2014/main" id="{1B552038-6E35-3EE0-686C-B69DE899E65E}"/>
              </a:ext>
            </a:extLst>
          </p:cNvPr>
          <p:cNvSpPr/>
          <p:nvPr/>
        </p:nvSpPr>
        <p:spPr>
          <a:xfrm>
            <a:off x="4023692" y="768024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30" name="Text 40">
            <a:extLst>
              <a:ext uri="{FF2B5EF4-FFF2-40B4-BE49-F238E27FC236}">
                <a16:creationId xmlns:a16="http://schemas.microsoft.com/office/drawing/2014/main" id="{81137DE7-23A7-6B11-3147-201E5920A30B}"/>
              </a:ext>
            </a:extLst>
          </p:cNvPr>
          <p:cNvSpPr txBox="1"/>
          <p:nvPr/>
        </p:nvSpPr>
        <p:spPr>
          <a:xfrm>
            <a:off x="4059692" y="768024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331" name="Text 41">
            <a:extLst>
              <a:ext uri="{FF2B5EF4-FFF2-40B4-BE49-F238E27FC236}">
                <a16:creationId xmlns:a16="http://schemas.microsoft.com/office/drawing/2014/main" id="{F746AC0D-B7DC-9431-F87A-D110C1303C21}"/>
              </a:ext>
            </a:extLst>
          </p:cNvPr>
          <p:cNvSpPr txBox="1"/>
          <p:nvPr/>
        </p:nvSpPr>
        <p:spPr>
          <a:xfrm>
            <a:off x="4635692" y="768024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332" name="Shape 42">
            <a:extLst>
              <a:ext uri="{FF2B5EF4-FFF2-40B4-BE49-F238E27FC236}">
                <a16:creationId xmlns:a16="http://schemas.microsoft.com/office/drawing/2014/main" id="{9BC70E45-EF32-FDAA-CB33-17B054476E85}"/>
              </a:ext>
            </a:extLst>
          </p:cNvPr>
          <p:cNvSpPr/>
          <p:nvPr/>
        </p:nvSpPr>
        <p:spPr>
          <a:xfrm>
            <a:off x="4023692" y="7832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33" name="Text 43">
            <a:extLst>
              <a:ext uri="{FF2B5EF4-FFF2-40B4-BE49-F238E27FC236}">
                <a16:creationId xmlns:a16="http://schemas.microsoft.com/office/drawing/2014/main" id="{BB86B19F-8986-F857-CC8D-FDF7317D66F8}"/>
              </a:ext>
            </a:extLst>
          </p:cNvPr>
          <p:cNvSpPr txBox="1"/>
          <p:nvPr/>
        </p:nvSpPr>
        <p:spPr>
          <a:xfrm>
            <a:off x="4059692" y="7864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334" name="Text 44">
            <a:extLst>
              <a:ext uri="{FF2B5EF4-FFF2-40B4-BE49-F238E27FC236}">
                <a16:creationId xmlns:a16="http://schemas.microsoft.com/office/drawing/2014/main" id="{83F7919F-8596-70E1-A4BD-20EEAF295F85}"/>
              </a:ext>
            </a:extLst>
          </p:cNvPr>
          <p:cNvSpPr txBox="1"/>
          <p:nvPr/>
        </p:nvSpPr>
        <p:spPr>
          <a:xfrm>
            <a:off x="4635692" y="7864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335" name="Text 45">
            <a:extLst>
              <a:ext uri="{FF2B5EF4-FFF2-40B4-BE49-F238E27FC236}">
                <a16:creationId xmlns:a16="http://schemas.microsoft.com/office/drawing/2014/main" id="{B71DC6B0-CDB8-D921-3162-F50A7F6DCF16}"/>
              </a:ext>
            </a:extLst>
          </p:cNvPr>
          <p:cNvSpPr txBox="1"/>
          <p:nvPr/>
        </p:nvSpPr>
        <p:spPr>
          <a:xfrm>
            <a:off x="4635692" y="796572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336" name="Shape 46">
            <a:extLst>
              <a:ext uri="{FF2B5EF4-FFF2-40B4-BE49-F238E27FC236}">
                <a16:creationId xmlns:a16="http://schemas.microsoft.com/office/drawing/2014/main" id="{D4D6D1D7-1699-28A5-A02C-D1339B391004}"/>
              </a:ext>
            </a:extLst>
          </p:cNvPr>
          <p:cNvSpPr/>
          <p:nvPr/>
        </p:nvSpPr>
        <p:spPr>
          <a:xfrm>
            <a:off x="4023692" y="80730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37" name="Text 47">
            <a:extLst>
              <a:ext uri="{FF2B5EF4-FFF2-40B4-BE49-F238E27FC236}">
                <a16:creationId xmlns:a16="http://schemas.microsoft.com/office/drawing/2014/main" id="{FF94F4B9-0DFB-C6D4-AC31-54954CC0178F}"/>
              </a:ext>
            </a:extLst>
          </p:cNvPr>
          <p:cNvSpPr txBox="1"/>
          <p:nvPr/>
        </p:nvSpPr>
        <p:spPr>
          <a:xfrm>
            <a:off x="4059692" y="81054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338" name="Text 48">
            <a:extLst>
              <a:ext uri="{FF2B5EF4-FFF2-40B4-BE49-F238E27FC236}">
                <a16:creationId xmlns:a16="http://schemas.microsoft.com/office/drawing/2014/main" id="{75CBB820-7C03-5F9E-23EF-B423C6BA5C42}"/>
              </a:ext>
            </a:extLst>
          </p:cNvPr>
          <p:cNvSpPr txBox="1"/>
          <p:nvPr/>
        </p:nvSpPr>
        <p:spPr>
          <a:xfrm>
            <a:off x="4635692" y="81054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339" name="Text 49">
            <a:extLst>
              <a:ext uri="{FF2B5EF4-FFF2-40B4-BE49-F238E27FC236}">
                <a16:creationId xmlns:a16="http://schemas.microsoft.com/office/drawing/2014/main" id="{61EAC224-5299-73C7-6A08-8B8C05AD7FC4}"/>
              </a:ext>
            </a:extLst>
          </p:cNvPr>
          <p:cNvSpPr txBox="1"/>
          <p:nvPr/>
        </p:nvSpPr>
        <p:spPr>
          <a:xfrm>
            <a:off x="4635692" y="820692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340" name="Shape 50">
            <a:extLst>
              <a:ext uri="{FF2B5EF4-FFF2-40B4-BE49-F238E27FC236}">
                <a16:creationId xmlns:a16="http://schemas.microsoft.com/office/drawing/2014/main" id="{AC1162A5-7FDD-285B-A079-F4FED3342500}"/>
              </a:ext>
            </a:extLst>
          </p:cNvPr>
          <p:cNvSpPr/>
          <p:nvPr/>
        </p:nvSpPr>
        <p:spPr>
          <a:xfrm>
            <a:off x="4023692" y="8382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41" name="Text 51">
            <a:extLst>
              <a:ext uri="{FF2B5EF4-FFF2-40B4-BE49-F238E27FC236}">
                <a16:creationId xmlns:a16="http://schemas.microsoft.com/office/drawing/2014/main" id="{C5E4722C-7987-0915-59B0-305FF7D199A6}"/>
              </a:ext>
            </a:extLst>
          </p:cNvPr>
          <p:cNvSpPr txBox="1"/>
          <p:nvPr/>
        </p:nvSpPr>
        <p:spPr>
          <a:xfrm>
            <a:off x="4059692" y="8414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342" name="Text 52">
            <a:extLst>
              <a:ext uri="{FF2B5EF4-FFF2-40B4-BE49-F238E27FC236}">
                <a16:creationId xmlns:a16="http://schemas.microsoft.com/office/drawing/2014/main" id="{1D64DEB5-C592-1C14-84A0-4C208AFFB9FC}"/>
              </a:ext>
            </a:extLst>
          </p:cNvPr>
          <p:cNvSpPr txBox="1"/>
          <p:nvPr/>
        </p:nvSpPr>
        <p:spPr>
          <a:xfrm>
            <a:off x="4635692" y="8414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343" name="Text 53">
            <a:extLst>
              <a:ext uri="{FF2B5EF4-FFF2-40B4-BE49-F238E27FC236}">
                <a16:creationId xmlns:a16="http://schemas.microsoft.com/office/drawing/2014/main" id="{835EFCAB-ADAC-13C7-5CA9-46C32ACAF23A}"/>
              </a:ext>
            </a:extLst>
          </p:cNvPr>
          <p:cNvSpPr txBox="1"/>
          <p:nvPr/>
        </p:nvSpPr>
        <p:spPr>
          <a:xfrm>
            <a:off x="4635692" y="851580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344" name="Shape 54">
            <a:extLst>
              <a:ext uri="{FF2B5EF4-FFF2-40B4-BE49-F238E27FC236}">
                <a16:creationId xmlns:a16="http://schemas.microsoft.com/office/drawing/2014/main" id="{44C8AD4E-5153-9F95-8FCE-937C3B8DE668}"/>
              </a:ext>
            </a:extLst>
          </p:cNvPr>
          <p:cNvSpPr/>
          <p:nvPr/>
        </p:nvSpPr>
        <p:spPr>
          <a:xfrm>
            <a:off x="4023692" y="8623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45" name="Text 55">
            <a:extLst>
              <a:ext uri="{FF2B5EF4-FFF2-40B4-BE49-F238E27FC236}">
                <a16:creationId xmlns:a16="http://schemas.microsoft.com/office/drawing/2014/main" id="{AF4BC753-B789-E08C-CA2C-6B335A900945}"/>
              </a:ext>
            </a:extLst>
          </p:cNvPr>
          <p:cNvSpPr txBox="1"/>
          <p:nvPr/>
        </p:nvSpPr>
        <p:spPr>
          <a:xfrm>
            <a:off x="4059692" y="8655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346" name="Text 56">
            <a:extLst>
              <a:ext uri="{FF2B5EF4-FFF2-40B4-BE49-F238E27FC236}">
                <a16:creationId xmlns:a16="http://schemas.microsoft.com/office/drawing/2014/main" id="{A3BA00AA-39D4-7249-57C8-A1D8974FD88F}"/>
              </a:ext>
            </a:extLst>
          </p:cNvPr>
          <p:cNvSpPr txBox="1"/>
          <p:nvPr/>
        </p:nvSpPr>
        <p:spPr>
          <a:xfrm>
            <a:off x="4635692" y="8655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347" name="Text 57">
            <a:extLst>
              <a:ext uri="{FF2B5EF4-FFF2-40B4-BE49-F238E27FC236}">
                <a16:creationId xmlns:a16="http://schemas.microsoft.com/office/drawing/2014/main" id="{0EA820C7-BB71-9BA9-2AB0-4EDB0376D1B6}"/>
              </a:ext>
            </a:extLst>
          </p:cNvPr>
          <p:cNvSpPr txBox="1"/>
          <p:nvPr/>
        </p:nvSpPr>
        <p:spPr>
          <a:xfrm>
            <a:off x="4635692" y="8757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348" name="Shape 58">
            <a:extLst>
              <a:ext uri="{FF2B5EF4-FFF2-40B4-BE49-F238E27FC236}">
                <a16:creationId xmlns:a16="http://schemas.microsoft.com/office/drawing/2014/main" id="{3D0969A9-7FBF-A84A-3A92-712BCCEDE3C7}"/>
              </a:ext>
            </a:extLst>
          </p:cNvPr>
          <p:cNvSpPr/>
          <p:nvPr/>
        </p:nvSpPr>
        <p:spPr>
          <a:xfrm>
            <a:off x="4023692" y="893196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49" name="Text 59">
            <a:extLst>
              <a:ext uri="{FF2B5EF4-FFF2-40B4-BE49-F238E27FC236}">
                <a16:creationId xmlns:a16="http://schemas.microsoft.com/office/drawing/2014/main" id="{1387DD6B-F02C-3A8E-AF87-2D9634A60C15}"/>
              </a:ext>
            </a:extLst>
          </p:cNvPr>
          <p:cNvSpPr txBox="1"/>
          <p:nvPr/>
        </p:nvSpPr>
        <p:spPr>
          <a:xfrm>
            <a:off x="4059692" y="893196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350" name="Text 60">
            <a:extLst>
              <a:ext uri="{FF2B5EF4-FFF2-40B4-BE49-F238E27FC236}">
                <a16:creationId xmlns:a16="http://schemas.microsoft.com/office/drawing/2014/main" id="{13FE78D6-9452-70CC-6335-561E7E8DD351}"/>
              </a:ext>
            </a:extLst>
          </p:cNvPr>
          <p:cNvSpPr txBox="1"/>
          <p:nvPr/>
        </p:nvSpPr>
        <p:spPr>
          <a:xfrm>
            <a:off x="4635692" y="893196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351" name="Shape 61">
            <a:extLst>
              <a:ext uri="{FF2B5EF4-FFF2-40B4-BE49-F238E27FC236}">
                <a16:creationId xmlns:a16="http://schemas.microsoft.com/office/drawing/2014/main" id="{9ADF035B-A302-CCCA-73EF-34BD68A7EE1A}"/>
              </a:ext>
            </a:extLst>
          </p:cNvPr>
          <p:cNvSpPr/>
          <p:nvPr/>
        </p:nvSpPr>
        <p:spPr>
          <a:xfrm>
            <a:off x="4023692" y="9148686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352" name="Text 63">
            <a:extLst>
              <a:ext uri="{FF2B5EF4-FFF2-40B4-BE49-F238E27FC236}">
                <a16:creationId xmlns:a16="http://schemas.microsoft.com/office/drawing/2014/main" id="{6668AC46-3C8A-36CF-EE45-659A3E7CC499}"/>
              </a:ext>
            </a:extLst>
          </p:cNvPr>
          <p:cNvSpPr txBox="1"/>
          <p:nvPr/>
        </p:nvSpPr>
        <p:spPr>
          <a:xfrm>
            <a:off x="4023692" y="9240486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398999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CB8FF767-6B8E-743B-AFE4-CFA6B8B4452A}"/>
              </a:ext>
            </a:extLst>
          </p:cNvPr>
          <p:cNvSpPr/>
          <p:nvPr/>
        </p:nvSpPr>
        <p:spPr>
          <a:xfrm>
            <a:off x="-325" y="-2"/>
            <a:ext cx="7560325" cy="10691814"/>
          </a:xfrm>
          <a:custGeom>
            <a:avLst/>
            <a:gdLst>
              <a:gd name="connsiteX0" fmla="*/ 540325 w 7560325"/>
              <a:gd name="connsiteY0" fmla="*/ 540001 h 10691814"/>
              <a:gd name="connsiteX1" fmla="*/ 540325 w 7560325"/>
              <a:gd name="connsiteY1" fmla="*/ 10151814 h 10691814"/>
              <a:gd name="connsiteX2" fmla="*/ 7020000 w 7560325"/>
              <a:gd name="connsiteY2" fmla="*/ 10151814 h 10691814"/>
              <a:gd name="connsiteX3" fmla="*/ 7020000 w 7560325"/>
              <a:gd name="connsiteY3" fmla="*/ 540001 h 10691814"/>
              <a:gd name="connsiteX4" fmla="*/ 325 w 7560325"/>
              <a:gd name="connsiteY4" fmla="*/ 0 h 10691814"/>
              <a:gd name="connsiteX5" fmla="*/ 540325 w 7560325"/>
              <a:gd name="connsiteY5" fmla="*/ 0 h 10691814"/>
              <a:gd name="connsiteX6" fmla="*/ 540325 w 7560325"/>
              <a:gd name="connsiteY6" fmla="*/ 1 h 10691814"/>
              <a:gd name="connsiteX7" fmla="*/ 7020000 w 7560325"/>
              <a:gd name="connsiteY7" fmla="*/ 1 h 10691814"/>
              <a:gd name="connsiteX8" fmla="*/ 7020000 w 7560325"/>
              <a:gd name="connsiteY8" fmla="*/ 1 h 10691814"/>
              <a:gd name="connsiteX9" fmla="*/ 7560000 w 7560325"/>
              <a:gd name="connsiteY9" fmla="*/ 1 h 10691814"/>
              <a:gd name="connsiteX10" fmla="*/ 7560000 w 7560325"/>
              <a:gd name="connsiteY10" fmla="*/ 1 h 10691814"/>
              <a:gd name="connsiteX11" fmla="*/ 7560325 w 7560325"/>
              <a:gd name="connsiteY11" fmla="*/ 1 h 10691814"/>
              <a:gd name="connsiteX12" fmla="*/ 7560325 w 7560325"/>
              <a:gd name="connsiteY12" fmla="*/ 540001 h 10691814"/>
              <a:gd name="connsiteX13" fmla="*/ 7560000 w 7560325"/>
              <a:gd name="connsiteY13" fmla="*/ 540001 h 10691814"/>
              <a:gd name="connsiteX14" fmla="*/ 7560000 w 7560325"/>
              <a:gd name="connsiteY14" fmla="*/ 10151814 h 10691814"/>
              <a:gd name="connsiteX15" fmla="*/ 7560000 w 7560325"/>
              <a:gd name="connsiteY15" fmla="*/ 10691813 h 10691814"/>
              <a:gd name="connsiteX16" fmla="*/ 7560000 w 7560325"/>
              <a:gd name="connsiteY16" fmla="*/ 10691814 h 10691814"/>
              <a:gd name="connsiteX17" fmla="*/ 0 w 7560325"/>
              <a:gd name="connsiteY17" fmla="*/ 10691814 h 10691814"/>
              <a:gd name="connsiteX18" fmla="*/ 0 w 7560325"/>
              <a:gd name="connsiteY18" fmla="*/ 10151814 h 10691814"/>
              <a:gd name="connsiteX19" fmla="*/ 325 w 7560325"/>
              <a:gd name="connsiteY19" fmla="*/ 10151814 h 10691814"/>
              <a:gd name="connsiteX20" fmla="*/ 325 w 7560325"/>
              <a:gd name="connsiteY20" fmla="*/ 540001 h 10691814"/>
              <a:gd name="connsiteX21" fmla="*/ 325 w 7560325"/>
              <a:gd name="connsiteY21" fmla="*/ 540001 h 10691814"/>
              <a:gd name="connsiteX22" fmla="*/ 325 w 7560325"/>
              <a:gd name="connsiteY22" fmla="*/ 1 h 10691814"/>
              <a:gd name="connsiteX23" fmla="*/ 325 w 7560325"/>
              <a:gd name="connsiteY23" fmla="*/ 1 h 1069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60325" h="10691814">
                <a:moveTo>
                  <a:pt x="540325" y="540001"/>
                </a:moveTo>
                <a:lnTo>
                  <a:pt x="540325" y="10151814"/>
                </a:lnTo>
                <a:lnTo>
                  <a:pt x="7020000" y="10151814"/>
                </a:lnTo>
                <a:lnTo>
                  <a:pt x="7020000" y="540001"/>
                </a:lnTo>
                <a:close/>
                <a:moveTo>
                  <a:pt x="325" y="0"/>
                </a:moveTo>
                <a:lnTo>
                  <a:pt x="540325" y="0"/>
                </a:lnTo>
                <a:lnTo>
                  <a:pt x="540325" y="1"/>
                </a:lnTo>
                <a:lnTo>
                  <a:pt x="7020000" y="1"/>
                </a:lnTo>
                <a:lnTo>
                  <a:pt x="7020000" y="1"/>
                </a:lnTo>
                <a:lnTo>
                  <a:pt x="7560000" y="1"/>
                </a:lnTo>
                <a:lnTo>
                  <a:pt x="7560000" y="1"/>
                </a:lnTo>
                <a:lnTo>
                  <a:pt x="7560325" y="1"/>
                </a:lnTo>
                <a:lnTo>
                  <a:pt x="7560325" y="540001"/>
                </a:lnTo>
                <a:lnTo>
                  <a:pt x="7560000" y="540001"/>
                </a:lnTo>
                <a:lnTo>
                  <a:pt x="7560000" y="10151814"/>
                </a:lnTo>
                <a:lnTo>
                  <a:pt x="7560000" y="10691813"/>
                </a:lnTo>
                <a:lnTo>
                  <a:pt x="7560000" y="10691814"/>
                </a:lnTo>
                <a:lnTo>
                  <a:pt x="0" y="10691814"/>
                </a:lnTo>
                <a:lnTo>
                  <a:pt x="0" y="10151814"/>
                </a:lnTo>
                <a:lnTo>
                  <a:pt x="325" y="10151814"/>
                </a:lnTo>
                <a:lnTo>
                  <a:pt x="325" y="540001"/>
                </a:lnTo>
                <a:lnTo>
                  <a:pt x="325" y="540001"/>
                </a:lnTo>
                <a:lnTo>
                  <a:pt x="325" y="1"/>
                </a:lnTo>
                <a:lnTo>
                  <a:pt x="325" y="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283D2CF-78D9-2413-7998-4BB5B99B2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83" y="537028"/>
            <a:ext cx="3240854" cy="4500000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7E3EAAE4-E215-DCFB-0B2A-C0D924B6F124}"/>
              </a:ext>
            </a:extLst>
          </p:cNvPr>
          <p:cNvGrpSpPr/>
          <p:nvPr/>
        </p:nvGrpSpPr>
        <p:grpSpPr>
          <a:xfrm>
            <a:off x="744804" y="737290"/>
            <a:ext cx="2891080" cy="858192"/>
            <a:chOff x="719404" y="737290"/>
            <a:chExt cx="2891080" cy="858192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1C036CDB-94B0-6EB0-B214-584E1DF10656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73A6542-6C9B-CB9E-2F66-317B97AC4290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BCC6A1CB-E4D4-75FB-5830-F5FF1F9A65EB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183399E1-6E73-85B5-A72F-4DFF0B85DECB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9EAFED4-854A-D799-2383-F78DACE4E149}"/>
              </a:ext>
            </a:extLst>
          </p:cNvPr>
          <p:cNvSpPr txBox="1"/>
          <p:nvPr/>
        </p:nvSpPr>
        <p:spPr>
          <a:xfrm>
            <a:off x="1099664" y="2571584"/>
            <a:ext cx="21194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Matyas </a:t>
            </a:r>
            <a:r>
              <a:rPr lang="en-US" altLang="zh-TW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Daboczi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08DACCA-47A3-11D0-3C46-8EE0CAFA1B30}"/>
              </a:ext>
            </a:extLst>
          </p:cNvPr>
          <p:cNvSpPr txBox="1"/>
          <p:nvPr/>
        </p:nvSpPr>
        <p:spPr>
          <a:xfrm>
            <a:off x="1752889" y="313338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5E491EAE-CF0D-A420-6F5C-FD1BF4A26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544" y="537028"/>
            <a:ext cx="3240854" cy="4500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214A6344-5AE5-A720-67F3-851E91322ADC}"/>
              </a:ext>
            </a:extLst>
          </p:cNvPr>
          <p:cNvGrpSpPr/>
          <p:nvPr/>
        </p:nvGrpSpPr>
        <p:grpSpPr>
          <a:xfrm>
            <a:off x="3994365" y="737290"/>
            <a:ext cx="2891080" cy="858192"/>
            <a:chOff x="719404" y="737290"/>
            <a:chExt cx="2891080" cy="858192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8BB5473-72BC-F088-2291-AD486286ED22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78CB8452-0421-65DF-4945-001368B32C75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0201300F-66DC-3C62-F803-1EED1F225E21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F3941298-04E5-C7AF-7AF9-E8489C596D4D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FAA2D87-1CF6-2653-0A43-999D82B84EB6}"/>
              </a:ext>
            </a:extLst>
          </p:cNvPr>
          <p:cNvSpPr txBox="1"/>
          <p:nvPr/>
        </p:nvSpPr>
        <p:spPr>
          <a:xfrm>
            <a:off x="4406035" y="2571583"/>
            <a:ext cx="20058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Tzu-Chien Wei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E4192012-DD3D-EBDB-E190-38DBA351B0AD}"/>
              </a:ext>
            </a:extLst>
          </p:cNvPr>
          <p:cNvSpPr txBox="1"/>
          <p:nvPr/>
        </p:nvSpPr>
        <p:spPr>
          <a:xfrm>
            <a:off x="5002450" y="313338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32FC2F69-FBC5-DC8B-B945-DE729F3EA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83" y="5047914"/>
            <a:ext cx="3240854" cy="4500000"/>
          </a:xfrm>
          <a:prstGeom prst="rect">
            <a:avLst/>
          </a:prstGeom>
        </p:spPr>
      </p:pic>
      <p:grpSp>
        <p:nvGrpSpPr>
          <p:cNvPr id="45" name="群組 44">
            <a:extLst>
              <a:ext uri="{FF2B5EF4-FFF2-40B4-BE49-F238E27FC236}">
                <a16:creationId xmlns:a16="http://schemas.microsoft.com/office/drawing/2014/main" id="{E5BFD390-CF75-C6B1-562C-0311B6022A1E}"/>
              </a:ext>
            </a:extLst>
          </p:cNvPr>
          <p:cNvGrpSpPr/>
          <p:nvPr/>
        </p:nvGrpSpPr>
        <p:grpSpPr>
          <a:xfrm>
            <a:off x="744804" y="5248176"/>
            <a:ext cx="2891080" cy="858192"/>
            <a:chOff x="719404" y="737290"/>
            <a:chExt cx="2891080" cy="858192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C2B901E1-2DAC-41E5-6543-385D01377D99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814349B9-C449-96B4-1C58-A27B0B4B1C79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89C39B3A-3045-B663-F801-73651F191E31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5087F0A1-1B55-30C3-96A8-03A83737C662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2C0BC17C-2AE4-BE04-E16B-405E150514A2}"/>
              </a:ext>
            </a:extLst>
          </p:cNvPr>
          <p:cNvSpPr txBox="1"/>
          <p:nvPr/>
        </p:nvSpPr>
        <p:spPr>
          <a:xfrm>
            <a:off x="715520" y="7082469"/>
            <a:ext cx="28877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Martyn A. McLachlan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E47BF8E-20E1-DEAB-A940-8480A2DCDBDF}"/>
              </a:ext>
            </a:extLst>
          </p:cNvPr>
          <p:cNvSpPr txBox="1"/>
          <p:nvPr/>
        </p:nvSpPr>
        <p:spPr>
          <a:xfrm>
            <a:off x="1752889" y="7644266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圖片 51">
            <a:extLst>
              <a:ext uri="{FF2B5EF4-FFF2-40B4-BE49-F238E27FC236}">
                <a16:creationId xmlns:a16="http://schemas.microsoft.com/office/drawing/2014/main" id="{76B87CC3-B374-07FD-7BD2-D57902A9C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544" y="5047914"/>
            <a:ext cx="3240854" cy="4500000"/>
          </a:xfrm>
          <a:prstGeom prst="rect">
            <a:avLst/>
          </a:prstGeom>
        </p:spPr>
      </p:pic>
      <p:grpSp>
        <p:nvGrpSpPr>
          <p:cNvPr id="53" name="群組 52">
            <a:extLst>
              <a:ext uri="{FF2B5EF4-FFF2-40B4-BE49-F238E27FC236}">
                <a16:creationId xmlns:a16="http://schemas.microsoft.com/office/drawing/2014/main" id="{401B3E19-88F9-9814-349A-1C4C2B447946}"/>
              </a:ext>
            </a:extLst>
          </p:cNvPr>
          <p:cNvGrpSpPr/>
          <p:nvPr/>
        </p:nvGrpSpPr>
        <p:grpSpPr>
          <a:xfrm>
            <a:off x="3994365" y="5248176"/>
            <a:ext cx="2891080" cy="858192"/>
            <a:chOff x="719404" y="737290"/>
            <a:chExt cx="2891080" cy="858192"/>
          </a:xfrm>
        </p:grpSpPr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982AB011-BE58-044F-4C07-E97474123B10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1A4EA8D9-3999-60DC-D43E-1A8151DCC9FC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E2FC8567-3C8A-9F10-59DC-67D305CF384F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498E7308-FFBD-A1F1-0A48-5721F6061344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520E76A2-FA84-8F0D-D679-C4E73E61CB34}"/>
              </a:ext>
            </a:extLst>
          </p:cNvPr>
          <p:cNvSpPr txBox="1"/>
          <p:nvPr/>
        </p:nvSpPr>
        <p:spPr>
          <a:xfrm>
            <a:off x="4078033" y="7082469"/>
            <a:ext cx="27483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Thomas </a:t>
            </a:r>
            <a:r>
              <a:rPr lang="en-US" altLang="zh-TW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Anthopoulos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C1C8FFF-966E-305B-BD49-4F79D6CA624E}"/>
              </a:ext>
            </a:extLst>
          </p:cNvPr>
          <p:cNvSpPr txBox="1"/>
          <p:nvPr/>
        </p:nvSpPr>
        <p:spPr>
          <a:xfrm>
            <a:off x="5002450" y="7644266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604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>
            <a:extLst>
              <a:ext uri="{FF2B5EF4-FFF2-40B4-BE49-F238E27FC236}">
                <a16:creationId xmlns:a16="http://schemas.microsoft.com/office/drawing/2014/main" id="{6BFC371E-0DCF-E443-5692-4285D2562F10}"/>
              </a:ext>
            </a:extLst>
          </p:cNvPr>
          <p:cNvSpPr/>
          <p:nvPr/>
        </p:nvSpPr>
        <p:spPr>
          <a:xfrm>
            <a:off x="540000" y="50472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BFAE2FD-A212-9B0C-C79A-A054D3354914}"/>
              </a:ext>
            </a:extLst>
          </p:cNvPr>
          <p:cNvSpPr/>
          <p:nvPr/>
        </p:nvSpPr>
        <p:spPr>
          <a:xfrm>
            <a:off x="3790800" y="50472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190D237-9FE8-D881-1602-90EE7A4E8722}"/>
              </a:ext>
            </a:extLst>
          </p:cNvPr>
          <p:cNvSpPr/>
          <p:nvPr/>
        </p:nvSpPr>
        <p:spPr>
          <a:xfrm>
            <a:off x="3790800" y="5364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05AA0ED-EFAE-F103-A3C6-DDBC7771988B}"/>
              </a:ext>
            </a:extLst>
          </p:cNvPr>
          <p:cNvSpPr/>
          <p:nvPr/>
        </p:nvSpPr>
        <p:spPr>
          <a:xfrm>
            <a:off x="540000" y="537028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CB8FF767-6B8E-743B-AFE4-CFA6B8B4452A}"/>
              </a:ext>
            </a:extLst>
          </p:cNvPr>
          <p:cNvSpPr/>
          <p:nvPr/>
        </p:nvSpPr>
        <p:spPr>
          <a:xfrm>
            <a:off x="-325" y="-2"/>
            <a:ext cx="7560325" cy="10691814"/>
          </a:xfrm>
          <a:custGeom>
            <a:avLst/>
            <a:gdLst>
              <a:gd name="connsiteX0" fmla="*/ 540325 w 7560325"/>
              <a:gd name="connsiteY0" fmla="*/ 540001 h 10691814"/>
              <a:gd name="connsiteX1" fmla="*/ 540325 w 7560325"/>
              <a:gd name="connsiteY1" fmla="*/ 10151814 h 10691814"/>
              <a:gd name="connsiteX2" fmla="*/ 7020000 w 7560325"/>
              <a:gd name="connsiteY2" fmla="*/ 10151814 h 10691814"/>
              <a:gd name="connsiteX3" fmla="*/ 7020000 w 7560325"/>
              <a:gd name="connsiteY3" fmla="*/ 540001 h 10691814"/>
              <a:gd name="connsiteX4" fmla="*/ 325 w 7560325"/>
              <a:gd name="connsiteY4" fmla="*/ 0 h 10691814"/>
              <a:gd name="connsiteX5" fmla="*/ 540325 w 7560325"/>
              <a:gd name="connsiteY5" fmla="*/ 0 h 10691814"/>
              <a:gd name="connsiteX6" fmla="*/ 540325 w 7560325"/>
              <a:gd name="connsiteY6" fmla="*/ 1 h 10691814"/>
              <a:gd name="connsiteX7" fmla="*/ 7020000 w 7560325"/>
              <a:gd name="connsiteY7" fmla="*/ 1 h 10691814"/>
              <a:gd name="connsiteX8" fmla="*/ 7020000 w 7560325"/>
              <a:gd name="connsiteY8" fmla="*/ 1 h 10691814"/>
              <a:gd name="connsiteX9" fmla="*/ 7560000 w 7560325"/>
              <a:gd name="connsiteY9" fmla="*/ 1 h 10691814"/>
              <a:gd name="connsiteX10" fmla="*/ 7560000 w 7560325"/>
              <a:gd name="connsiteY10" fmla="*/ 1 h 10691814"/>
              <a:gd name="connsiteX11" fmla="*/ 7560325 w 7560325"/>
              <a:gd name="connsiteY11" fmla="*/ 1 h 10691814"/>
              <a:gd name="connsiteX12" fmla="*/ 7560325 w 7560325"/>
              <a:gd name="connsiteY12" fmla="*/ 540001 h 10691814"/>
              <a:gd name="connsiteX13" fmla="*/ 7560000 w 7560325"/>
              <a:gd name="connsiteY13" fmla="*/ 540001 h 10691814"/>
              <a:gd name="connsiteX14" fmla="*/ 7560000 w 7560325"/>
              <a:gd name="connsiteY14" fmla="*/ 10151814 h 10691814"/>
              <a:gd name="connsiteX15" fmla="*/ 7560000 w 7560325"/>
              <a:gd name="connsiteY15" fmla="*/ 10691813 h 10691814"/>
              <a:gd name="connsiteX16" fmla="*/ 7560000 w 7560325"/>
              <a:gd name="connsiteY16" fmla="*/ 10691814 h 10691814"/>
              <a:gd name="connsiteX17" fmla="*/ 0 w 7560325"/>
              <a:gd name="connsiteY17" fmla="*/ 10691814 h 10691814"/>
              <a:gd name="connsiteX18" fmla="*/ 0 w 7560325"/>
              <a:gd name="connsiteY18" fmla="*/ 10151814 h 10691814"/>
              <a:gd name="connsiteX19" fmla="*/ 325 w 7560325"/>
              <a:gd name="connsiteY19" fmla="*/ 10151814 h 10691814"/>
              <a:gd name="connsiteX20" fmla="*/ 325 w 7560325"/>
              <a:gd name="connsiteY20" fmla="*/ 540001 h 10691814"/>
              <a:gd name="connsiteX21" fmla="*/ 325 w 7560325"/>
              <a:gd name="connsiteY21" fmla="*/ 540001 h 10691814"/>
              <a:gd name="connsiteX22" fmla="*/ 325 w 7560325"/>
              <a:gd name="connsiteY22" fmla="*/ 1 h 10691814"/>
              <a:gd name="connsiteX23" fmla="*/ 325 w 7560325"/>
              <a:gd name="connsiteY23" fmla="*/ 1 h 1069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60325" h="10691814">
                <a:moveTo>
                  <a:pt x="540325" y="540001"/>
                </a:moveTo>
                <a:lnTo>
                  <a:pt x="540325" y="10151814"/>
                </a:lnTo>
                <a:lnTo>
                  <a:pt x="7020000" y="10151814"/>
                </a:lnTo>
                <a:lnTo>
                  <a:pt x="7020000" y="540001"/>
                </a:lnTo>
                <a:close/>
                <a:moveTo>
                  <a:pt x="325" y="0"/>
                </a:moveTo>
                <a:lnTo>
                  <a:pt x="540325" y="0"/>
                </a:lnTo>
                <a:lnTo>
                  <a:pt x="540325" y="1"/>
                </a:lnTo>
                <a:lnTo>
                  <a:pt x="7020000" y="1"/>
                </a:lnTo>
                <a:lnTo>
                  <a:pt x="7020000" y="1"/>
                </a:lnTo>
                <a:lnTo>
                  <a:pt x="7560000" y="1"/>
                </a:lnTo>
                <a:lnTo>
                  <a:pt x="7560000" y="1"/>
                </a:lnTo>
                <a:lnTo>
                  <a:pt x="7560325" y="1"/>
                </a:lnTo>
                <a:lnTo>
                  <a:pt x="7560325" y="540001"/>
                </a:lnTo>
                <a:lnTo>
                  <a:pt x="7560000" y="540001"/>
                </a:lnTo>
                <a:lnTo>
                  <a:pt x="7560000" y="10151814"/>
                </a:lnTo>
                <a:lnTo>
                  <a:pt x="7560000" y="10691813"/>
                </a:lnTo>
                <a:lnTo>
                  <a:pt x="7560000" y="10691814"/>
                </a:lnTo>
                <a:lnTo>
                  <a:pt x="0" y="10691814"/>
                </a:lnTo>
                <a:lnTo>
                  <a:pt x="0" y="10151814"/>
                </a:lnTo>
                <a:lnTo>
                  <a:pt x="325" y="10151814"/>
                </a:lnTo>
                <a:lnTo>
                  <a:pt x="325" y="540001"/>
                </a:lnTo>
                <a:lnTo>
                  <a:pt x="325" y="540001"/>
                </a:lnTo>
                <a:lnTo>
                  <a:pt x="325" y="1"/>
                </a:lnTo>
                <a:lnTo>
                  <a:pt x="325" y="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00" name="Shape 0">
            <a:extLst>
              <a:ext uri="{FF2B5EF4-FFF2-40B4-BE49-F238E27FC236}">
                <a16:creationId xmlns:a16="http://schemas.microsoft.com/office/drawing/2014/main" id="{F1CEA8CD-71BE-4C30-FC6A-32159B0C7711}"/>
              </a:ext>
            </a:extLst>
          </p:cNvPr>
          <p:cNvSpPr/>
          <p:nvPr/>
        </p:nvSpPr>
        <p:spPr>
          <a:xfrm>
            <a:off x="538820" y="536314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101" name="Shape 1">
            <a:extLst>
              <a:ext uri="{FF2B5EF4-FFF2-40B4-BE49-F238E27FC236}">
                <a16:creationId xmlns:a16="http://schemas.microsoft.com/office/drawing/2014/main" id="{A2960759-0724-7258-0AEC-8ED322B5BA9A}"/>
              </a:ext>
            </a:extLst>
          </p:cNvPr>
          <p:cNvSpPr/>
          <p:nvPr/>
        </p:nvSpPr>
        <p:spPr>
          <a:xfrm>
            <a:off x="772820" y="73431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02" name="Text 2">
            <a:extLst>
              <a:ext uri="{FF2B5EF4-FFF2-40B4-BE49-F238E27FC236}">
                <a16:creationId xmlns:a16="http://schemas.microsoft.com/office/drawing/2014/main" id="{C0FBF812-1EEC-E187-6F47-7D0748E02743}"/>
              </a:ext>
            </a:extLst>
          </p:cNvPr>
          <p:cNvSpPr txBox="1"/>
          <p:nvPr/>
        </p:nvSpPr>
        <p:spPr>
          <a:xfrm>
            <a:off x="808820" y="73431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103" name="Text 3">
            <a:extLst>
              <a:ext uri="{FF2B5EF4-FFF2-40B4-BE49-F238E27FC236}">
                <a16:creationId xmlns:a16="http://schemas.microsoft.com/office/drawing/2014/main" id="{EF7F6620-E94A-072A-87D7-77D2FFE95A07}"/>
              </a:ext>
            </a:extLst>
          </p:cNvPr>
          <p:cNvSpPr txBox="1"/>
          <p:nvPr/>
        </p:nvSpPr>
        <p:spPr>
          <a:xfrm>
            <a:off x="1384820" y="73431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104" name="Shape 4">
            <a:extLst>
              <a:ext uri="{FF2B5EF4-FFF2-40B4-BE49-F238E27FC236}">
                <a16:creationId xmlns:a16="http://schemas.microsoft.com/office/drawing/2014/main" id="{EE57B88D-1250-5E89-590E-CE2570EF397C}"/>
              </a:ext>
            </a:extLst>
          </p:cNvPr>
          <p:cNvSpPr/>
          <p:nvPr/>
        </p:nvSpPr>
        <p:spPr>
          <a:xfrm>
            <a:off x="772820" y="8862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5819A699-1E97-F8B0-17E1-9659E0EAF004}"/>
              </a:ext>
            </a:extLst>
          </p:cNvPr>
          <p:cNvSpPr txBox="1"/>
          <p:nvPr/>
        </p:nvSpPr>
        <p:spPr>
          <a:xfrm>
            <a:off x="808820" y="9186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106" name="Text 6">
            <a:extLst>
              <a:ext uri="{FF2B5EF4-FFF2-40B4-BE49-F238E27FC236}">
                <a16:creationId xmlns:a16="http://schemas.microsoft.com/office/drawing/2014/main" id="{0F59E54A-A8FD-91A1-ADE8-51A5BE3982B9}"/>
              </a:ext>
            </a:extLst>
          </p:cNvPr>
          <p:cNvSpPr txBox="1"/>
          <p:nvPr/>
        </p:nvSpPr>
        <p:spPr>
          <a:xfrm>
            <a:off x="1384820" y="9186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4376AC15-EAB5-73C3-0419-E088E8DF0499}"/>
              </a:ext>
            </a:extLst>
          </p:cNvPr>
          <p:cNvSpPr txBox="1"/>
          <p:nvPr/>
        </p:nvSpPr>
        <p:spPr>
          <a:xfrm>
            <a:off x="1384820" y="10197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108" name="Shape 8">
            <a:extLst>
              <a:ext uri="{FF2B5EF4-FFF2-40B4-BE49-F238E27FC236}">
                <a16:creationId xmlns:a16="http://schemas.microsoft.com/office/drawing/2014/main" id="{71F91B4A-5201-F69A-C232-B6593848804F}"/>
              </a:ext>
            </a:extLst>
          </p:cNvPr>
          <p:cNvSpPr/>
          <p:nvPr/>
        </p:nvSpPr>
        <p:spPr>
          <a:xfrm>
            <a:off x="772820" y="1127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09" name="Text 9">
            <a:extLst>
              <a:ext uri="{FF2B5EF4-FFF2-40B4-BE49-F238E27FC236}">
                <a16:creationId xmlns:a16="http://schemas.microsoft.com/office/drawing/2014/main" id="{99220364-9144-D99F-65AC-56D838EBB8FC}"/>
              </a:ext>
            </a:extLst>
          </p:cNvPr>
          <p:cNvSpPr txBox="1"/>
          <p:nvPr/>
        </p:nvSpPr>
        <p:spPr>
          <a:xfrm>
            <a:off x="808820" y="1159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83B8B390-2922-8EB9-163E-AFD7E52A6F49}"/>
              </a:ext>
            </a:extLst>
          </p:cNvPr>
          <p:cNvSpPr txBox="1"/>
          <p:nvPr/>
        </p:nvSpPr>
        <p:spPr>
          <a:xfrm>
            <a:off x="1384820" y="1159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67B4CE67-97BA-FEE4-131A-956A464B3748}"/>
              </a:ext>
            </a:extLst>
          </p:cNvPr>
          <p:cNvSpPr txBox="1"/>
          <p:nvPr/>
        </p:nvSpPr>
        <p:spPr>
          <a:xfrm>
            <a:off x="1384820" y="12609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112" name="Shape 12">
            <a:extLst>
              <a:ext uri="{FF2B5EF4-FFF2-40B4-BE49-F238E27FC236}">
                <a16:creationId xmlns:a16="http://schemas.microsoft.com/office/drawing/2014/main" id="{B78FF145-9F8B-83EC-C793-FA5C3EC22E57}"/>
              </a:ext>
            </a:extLst>
          </p:cNvPr>
          <p:cNvSpPr/>
          <p:nvPr/>
        </p:nvSpPr>
        <p:spPr>
          <a:xfrm>
            <a:off x="772820" y="13682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13" name="Text 13">
            <a:extLst>
              <a:ext uri="{FF2B5EF4-FFF2-40B4-BE49-F238E27FC236}">
                <a16:creationId xmlns:a16="http://schemas.microsoft.com/office/drawing/2014/main" id="{2152544A-B966-EF8E-2643-EC043C59400D}"/>
              </a:ext>
            </a:extLst>
          </p:cNvPr>
          <p:cNvSpPr txBox="1"/>
          <p:nvPr/>
        </p:nvSpPr>
        <p:spPr>
          <a:xfrm>
            <a:off x="808820" y="14006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114" name="Text 14">
            <a:extLst>
              <a:ext uri="{FF2B5EF4-FFF2-40B4-BE49-F238E27FC236}">
                <a16:creationId xmlns:a16="http://schemas.microsoft.com/office/drawing/2014/main" id="{B08C6B25-93A0-A93E-1D61-AE4F76E1369D}"/>
              </a:ext>
            </a:extLst>
          </p:cNvPr>
          <p:cNvSpPr txBox="1"/>
          <p:nvPr/>
        </p:nvSpPr>
        <p:spPr>
          <a:xfrm>
            <a:off x="1384820" y="14006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8F1B567D-926D-3D47-4598-7B352CFBDF26}"/>
              </a:ext>
            </a:extLst>
          </p:cNvPr>
          <p:cNvSpPr txBox="1"/>
          <p:nvPr/>
        </p:nvSpPr>
        <p:spPr>
          <a:xfrm>
            <a:off x="1384820" y="150219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116" name="Shape 16">
            <a:extLst>
              <a:ext uri="{FF2B5EF4-FFF2-40B4-BE49-F238E27FC236}">
                <a16:creationId xmlns:a16="http://schemas.microsoft.com/office/drawing/2014/main" id="{89CA7D6B-0F2F-248C-F058-BE376602FE21}"/>
              </a:ext>
            </a:extLst>
          </p:cNvPr>
          <p:cNvSpPr/>
          <p:nvPr/>
        </p:nvSpPr>
        <p:spPr>
          <a:xfrm>
            <a:off x="772820" y="1677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BE812DD9-0903-1733-D302-8450004B7FEE}"/>
              </a:ext>
            </a:extLst>
          </p:cNvPr>
          <p:cNvSpPr txBox="1"/>
          <p:nvPr/>
        </p:nvSpPr>
        <p:spPr>
          <a:xfrm>
            <a:off x="808820" y="1709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118" name="Text 18">
            <a:extLst>
              <a:ext uri="{FF2B5EF4-FFF2-40B4-BE49-F238E27FC236}">
                <a16:creationId xmlns:a16="http://schemas.microsoft.com/office/drawing/2014/main" id="{266F6A15-F69F-1C0E-FDA4-E15683C71F0E}"/>
              </a:ext>
            </a:extLst>
          </p:cNvPr>
          <p:cNvSpPr txBox="1"/>
          <p:nvPr/>
        </p:nvSpPr>
        <p:spPr>
          <a:xfrm>
            <a:off x="1384820" y="1709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08EFD467-4E76-D77A-43FE-BA497A9B35FE}"/>
              </a:ext>
            </a:extLst>
          </p:cNvPr>
          <p:cNvSpPr txBox="1"/>
          <p:nvPr/>
        </p:nvSpPr>
        <p:spPr>
          <a:xfrm>
            <a:off x="1384820" y="181107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120" name="Shape 20">
            <a:extLst>
              <a:ext uri="{FF2B5EF4-FFF2-40B4-BE49-F238E27FC236}">
                <a16:creationId xmlns:a16="http://schemas.microsoft.com/office/drawing/2014/main" id="{2CFD192F-EAF3-6A77-4251-A3C1C305E2F3}"/>
              </a:ext>
            </a:extLst>
          </p:cNvPr>
          <p:cNvSpPr/>
          <p:nvPr/>
        </p:nvSpPr>
        <p:spPr>
          <a:xfrm>
            <a:off x="772820" y="191835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21" name="Text 21">
            <a:extLst>
              <a:ext uri="{FF2B5EF4-FFF2-40B4-BE49-F238E27FC236}">
                <a16:creationId xmlns:a16="http://schemas.microsoft.com/office/drawing/2014/main" id="{2DAAB2FC-2C5E-7EC7-432B-6145056A34C5}"/>
              </a:ext>
            </a:extLst>
          </p:cNvPr>
          <p:cNvSpPr txBox="1"/>
          <p:nvPr/>
        </p:nvSpPr>
        <p:spPr>
          <a:xfrm>
            <a:off x="808820" y="191835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122" name="Text 22">
            <a:extLst>
              <a:ext uri="{FF2B5EF4-FFF2-40B4-BE49-F238E27FC236}">
                <a16:creationId xmlns:a16="http://schemas.microsoft.com/office/drawing/2014/main" id="{B8DC0306-D441-287C-C0B5-FF02E87FB6A7}"/>
              </a:ext>
            </a:extLst>
          </p:cNvPr>
          <p:cNvSpPr txBox="1"/>
          <p:nvPr/>
        </p:nvSpPr>
        <p:spPr>
          <a:xfrm>
            <a:off x="1384820" y="191835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123" name="Shape 23">
            <a:extLst>
              <a:ext uri="{FF2B5EF4-FFF2-40B4-BE49-F238E27FC236}">
                <a16:creationId xmlns:a16="http://schemas.microsoft.com/office/drawing/2014/main" id="{D29117C8-48DD-E903-4A0E-BC8297BA01E1}"/>
              </a:ext>
            </a:extLst>
          </p:cNvPr>
          <p:cNvSpPr/>
          <p:nvPr/>
        </p:nvSpPr>
        <p:spPr>
          <a:xfrm>
            <a:off x="772820" y="2069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24" name="Text 24">
            <a:extLst>
              <a:ext uri="{FF2B5EF4-FFF2-40B4-BE49-F238E27FC236}">
                <a16:creationId xmlns:a16="http://schemas.microsoft.com/office/drawing/2014/main" id="{AD56B2AB-1EC6-2BE3-4168-C749A161F5D7}"/>
              </a:ext>
            </a:extLst>
          </p:cNvPr>
          <p:cNvSpPr txBox="1"/>
          <p:nvPr/>
        </p:nvSpPr>
        <p:spPr>
          <a:xfrm>
            <a:off x="808820" y="2102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125" name="Text 25">
            <a:extLst>
              <a:ext uri="{FF2B5EF4-FFF2-40B4-BE49-F238E27FC236}">
                <a16:creationId xmlns:a16="http://schemas.microsoft.com/office/drawing/2014/main" id="{96A27347-EA4E-9980-F5AF-E60188E256A9}"/>
              </a:ext>
            </a:extLst>
          </p:cNvPr>
          <p:cNvSpPr txBox="1"/>
          <p:nvPr/>
        </p:nvSpPr>
        <p:spPr>
          <a:xfrm>
            <a:off x="1384820" y="2102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126" name="Text 26">
            <a:extLst>
              <a:ext uri="{FF2B5EF4-FFF2-40B4-BE49-F238E27FC236}">
                <a16:creationId xmlns:a16="http://schemas.microsoft.com/office/drawing/2014/main" id="{0315A1A5-9715-0B26-8170-CE060AA8460B}"/>
              </a:ext>
            </a:extLst>
          </p:cNvPr>
          <p:cNvSpPr txBox="1"/>
          <p:nvPr/>
        </p:nvSpPr>
        <p:spPr>
          <a:xfrm>
            <a:off x="1384820" y="2203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127" name="Shape 27">
            <a:extLst>
              <a:ext uri="{FF2B5EF4-FFF2-40B4-BE49-F238E27FC236}">
                <a16:creationId xmlns:a16="http://schemas.microsoft.com/office/drawing/2014/main" id="{4FE6EB67-F7B1-E86A-F6C6-D4ADAC164701}"/>
              </a:ext>
            </a:extLst>
          </p:cNvPr>
          <p:cNvSpPr/>
          <p:nvPr/>
        </p:nvSpPr>
        <p:spPr>
          <a:xfrm>
            <a:off x="772820" y="2379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28" name="Text 28">
            <a:extLst>
              <a:ext uri="{FF2B5EF4-FFF2-40B4-BE49-F238E27FC236}">
                <a16:creationId xmlns:a16="http://schemas.microsoft.com/office/drawing/2014/main" id="{316925D7-4EC8-50DF-4851-D89D4F8AB822}"/>
              </a:ext>
            </a:extLst>
          </p:cNvPr>
          <p:cNvSpPr txBox="1"/>
          <p:nvPr/>
        </p:nvSpPr>
        <p:spPr>
          <a:xfrm>
            <a:off x="808820" y="2411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129" name="Text 29">
            <a:extLst>
              <a:ext uri="{FF2B5EF4-FFF2-40B4-BE49-F238E27FC236}">
                <a16:creationId xmlns:a16="http://schemas.microsoft.com/office/drawing/2014/main" id="{BA2CC395-A683-0821-3228-98503902566D}"/>
              </a:ext>
            </a:extLst>
          </p:cNvPr>
          <p:cNvSpPr txBox="1"/>
          <p:nvPr/>
        </p:nvSpPr>
        <p:spPr>
          <a:xfrm>
            <a:off x="1384820" y="2411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130" name="Text 30">
            <a:extLst>
              <a:ext uri="{FF2B5EF4-FFF2-40B4-BE49-F238E27FC236}">
                <a16:creationId xmlns:a16="http://schemas.microsoft.com/office/drawing/2014/main" id="{3E2E30DE-607D-9EC6-F550-F43FC3C06039}"/>
              </a:ext>
            </a:extLst>
          </p:cNvPr>
          <p:cNvSpPr txBox="1"/>
          <p:nvPr/>
        </p:nvSpPr>
        <p:spPr>
          <a:xfrm>
            <a:off x="1384820" y="25127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131" name="Shape 31">
            <a:extLst>
              <a:ext uri="{FF2B5EF4-FFF2-40B4-BE49-F238E27FC236}">
                <a16:creationId xmlns:a16="http://schemas.microsoft.com/office/drawing/2014/main" id="{13538567-1FD3-473A-BB4A-CD9079F017E5}"/>
              </a:ext>
            </a:extLst>
          </p:cNvPr>
          <p:cNvSpPr/>
          <p:nvPr/>
        </p:nvSpPr>
        <p:spPr>
          <a:xfrm>
            <a:off x="772820" y="2619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32" name="Text 32">
            <a:extLst>
              <a:ext uri="{FF2B5EF4-FFF2-40B4-BE49-F238E27FC236}">
                <a16:creationId xmlns:a16="http://schemas.microsoft.com/office/drawing/2014/main" id="{C2BF095D-01C6-C0AF-85D7-B016E5879EFB}"/>
              </a:ext>
            </a:extLst>
          </p:cNvPr>
          <p:cNvSpPr txBox="1"/>
          <p:nvPr/>
        </p:nvSpPr>
        <p:spPr>
          <a:xfrm>
            <a:off x="808820" y="2652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133" name="Text 33">
            <a:extLst>
              <a:ext uri="{FF2B5EF4-FFF2-40B4-BE49-F238E27FC236}">
                <a16:creationId xmlns:a16="http://schemas.microsoft.com/office/drawing/2014/main" id="{8BA5A06D-417D-E41A-2ED8-9C923BC67892}"/>
              </a:ext>
            </a:extLst>
          </p:cNvPr>
          <p:cNvSpPr txBox="1"/>
          <p:nvPr/>
        </p:nvSpPr>
        <p:spPr>
          <a:xfrm>
            <a:off x="1384820" y="2652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134" name="Text 34">
            <a:extLst>
              <a:ext uri="{FF2B5EF4-FFF2-40B4-BE49-F238E27FC236}">
                <a16:creationId xmlns:a16="http://schemas.microsoft.com/office/drawing/2014/main" id="{C2687695-5E1B-98F2-C3D0-B1CBED53CDFE}"/>
              </a:ext>
            </a:extLst>
          </p:cNvPr>
          <p:cNvSpPr txBox="1"/>
          <p:nvPr/>
        </p:nvSpPr>
        <p:spPr>
          <a:xfrm>
            <a:off x="1384820" y="27539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135" name="Shape 35">
            <a:extLst>
              <a:ext uri="{FF2B5EF4-FFF2-40B4-BE49-F238E27FC236}">
                <a16:creationId xmlns:a16="http://schemas.microsoft.com/office/drawing/2014/main" id="{CBD833EA-1AE3-C56B-0BCF-EC13F01FC9DD}"/>
              </a:ext>
            </a:extLst>
          </p:cNvPr>
          <p:cNvSpPr/>
          <p:nvPr/>
        </p:nvSpPr>
        <p:spPr>
          <a:xfrm>
            <a:off x="772820" y="28611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36" name="Text 36">
            <a:extLst>
              <a:ext uri="{FF2B5EF4-FFF2-40B4-BE49-F238E27FC236}">
                <a16:creationId xmlns:a16="http://schemas.microsoft.com/office/drawing/2014/main" id="{40417AC4-95E6-6914-DCB7-BDD9FBF7B8A6}"/>
              </a:ext>
            </a:extLst>
          </p:cNvPr>
          <p:cNvSpPr txBox="1"/>
          <p:nvPr/>
        </p:nvSpPr>
        <p:spPr>
          <a:xfrm>
            <a:off x="808820" y="28935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137" name="Text 37">
            <a:extLst>
              <a:ext uri="{FF2B5EF4-FFF2-40B4-BE49-F238E27FC236}">
                <a16:creationId xmlns:a16="http://schemas.microsoft.com/office/drawing/2014/main" id="{6CAF515B-3D67-7F95-4D94-78A5704AB834}"/>
              </a:ext>
            </a:extLst>
          </p:cNvPr>
          <p:cNvSpPr txBox="1"/>
          <p:nvPr/>
        </p:nvSpPr>
        <p:spPr>
          <a:xfrm>
            <a:off x="1384820" y="28935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138" name="Text 38">
            <a:extLst>
              <a:ext uri="{FF2B5EF4-FFF2-40B4-BE49-F238E27FC236}">
                <a16:creationId xmlns:a16="http://schemas.microsoft.com/office/drawing/2014/main" id="{355C4361-D1EF-251D-28FA-846BBC2710F5}"/>
              </a:ext>
            </a:extLst>
          </p:cNvPr>
          <p:cNvSpPr txBox="1"/>
          <p:nvPr/>
        </p:nvSpPr>
        <p:spPr>
          <a:xfrm>
            <a:off x="1384820" y="299511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139" name="Shape 39">
            <a:extLst>
              <a:ext uri="{FF2B5EF4-FFF2-40B4-BE49-F238E27FC236}">
                <a16:creationId xmlns:a16="http://schemas.microsoft.com/office/drawing/2014/main" id="{29255933-9736-C936-B6D0-9C8A749D652E}"/>
              </a:ext>
            </a:extLst>
          </p:cNvPr>
          <p:cNvSpPr/>
          <p:nvPr/>
        </p:nvSpPr>
        <p:spPr>
          <a:xfrm>
            <a:off x="772820" y="317007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1F01A458-C1E4-C3C6-39CC-48F8F3BBFECD}"/>
              </a:ext>
            </a:extLst>
          </p:cNvPr>
          <p:cNvSpPr txBox="1"/>
          <p:nvPr/>
        </p:nvSpPr>
        <p:spPr>
          <a:xfrm>
            <a:off x="808820" y="317007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141" name="Text 41">
            <a:extLst>
              <a:ext uri="{FF2B5EF4-FFF2-40B4-BE49-F238E27FC236}">
                <a16:creationId xmlns:a16="http://schemas.microsoft.com/office/drawing/2014/main" id="{841A64F6-D4E9-896C-88E5-70E2AF5DB1DA}"/>
              </a:ext>
            </a:extLst>
          </p:cNvPr>
          <p:cNvSpPr txBox="1"/>
          <p:nvPr/>
        </p:nvSpPr>
        <p:spPr>
          <a:xfrm>
            <a:off x="1384820" y="317007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142" name="Shape 42">
            <a:extLst>
              <a:ext uri="{FF2B5EF4-FFF2-40B4-BE49-F238E27FC236}">
                <a16:creationId xmlns:a16="http://schemas.microsoft.com/office/drawing/2014/main" id="{0ACAF398-D202-B7D2-9DEA-EBC498685FEA}"/>
              </a:ext>
            </a:extLst>
          </p:cNvPr>
          <p:cNvSpPr/>
          <p:nvPr/>
        </p:nvSpPr>
        <p:spPr>
          <a:xfrm>
            <a:off x="772820" y="3321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43" name="Text 43">
            <a:extLst>
              <a:ext uri="{FF2B5EF4-FFF2-40B4-BE49-F238E27FC236}">
                <a16:creationId xmlns:a16="http://schemas.microsoft.com/office/drawing/2014/main" id="{64F95FDA-E1A0-2D16-E8F4-BE4230AC2ED2}"/>
              </a:ext>
            </a:extLst>
          </p:cNvPr>
          <p:cNvSpPr txBox="1"/>
          <p:nvPr/>
        </p:nvSpPr>
        <p:spPr>
          <a:xfrm>
            <a:off x="808820" y="3354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144" name="Text 44">
            <a:extLst>
              <a:ext uri="{FF2B5EF4-FFF2-40B4-BE49-F238E27FC236}">
                <a16:creationId xmlns:a16="http://schemas.microsoft.com/office/drawing/2014/main" id="{4F999964-DD25-9F6A-FF33-E3F88C9C22A3}"/>
              </a:ext>
            </a:extLst>
          </p:cNvPr>
          <p:cNvSpPr txBox="1"/>
          <p:nvPr/>
        </p:nvSpPr>
        <p:spPr>
          <a:xfrm>
            <a:off x="1384820" y="3354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145" name="Text 45">
            <a:extLst>
              <a:ext uri="{FF2B5EF4-FFF2-40B4-BE49-F238E27FC236}">
                <a16:creationId xmlns:a16="http://schemas.microsoft.com/office/drawing/2014/main" id="{EE690804-891B-0D4A-2B4B-38C9A921B804}"/>
              </a:ext>
            </a:extLst>
          </p:cNvPr>
          <p:cNvSpPr txBox="1"/>
          <p:nvPr/>
        </p:nvSpPr>
        <p:spPr>
          <a:xfrm>
            <a:off x="1384820" y="345555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146" name="Shape 46">
            <a:extLst>
              <a:ext uri="{FF2B5EF4-FFF2-40B4-BE49-F238E27FC236}">
                <a16:creationId xmlns:a16="http://schemas.microsoft.com/office/drawing/2014/main" id="{235DC0EE-44F2-6CFD-E4AC-6BB9A30D8258}"/>
              </a:ext>
            </a:extLst>
          </p:cNvPr>
          <p:cNvSpPr/>
          <p:nvPr/>
        </p:nvSpPr>
        <p:spPr>
          <a:xfrm>
            <a:off x="772820" y="35628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47" name="Text 47">
            <a:extLst>
              <a:ext uri="{FF2B5EF4-FFF2-40B4-BE49-F238E27FC236}">
                <a16:creationId xmlns:a16="http://schemas.microsoft.com/office/drawing/2014/main" id="{D568581A-E4FC-0A30-18C7-D20DFA550CF7}"/>
              </a:ext>
            </a:extLst>
          </p:cNvPr>
          <p:cNvSpPr txBox="1"/>
          <p:nvPr/>
        </p:nvSpPr>
        <p:spPr>
          <a:xfrm>
            <a:off x="808820" y="35952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148" name="Text 48">
            <a:extLst>
              <a:ext uri="{FF2B5EF4-FFF2-40B4-BE49-F238E27FC236}">
                <a16:creationId xmlns:a16="http://schemas.microsoft.com/office/drawing/2014/main" id="{8C0F0DC6-E77A-A364-623D-49F97311A8EE}"/>
              </a:ext>
            </a:extLst>
          </p:cNvPr>
          <p:cNvSpPr txBox="1"/>
          <p:nvPr/>
        </p:nvSpPr>
        <p:spPr>
          <a:xfrm>
            <a:off x="1384820" y="35952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149" name="Text 49">
            <a:extLst>
              <a:ext uri="{FF2B5EF4-FFF2-40B4-BE49-F238E27FC236}">
                <a16:creationId xmlns:a16="http://schemas.microsoft.com/office/drawing/2014/main" id="{2DE327D7-0FF1-D18B-5D7E-5900F765B616}"/>
              </a:ext>
            </a:extLst>
          </p:cNvPr>
          <p:cNvSpPr txBox="1"/>
          <p:nvPr/>
        </p:nvSpPr>
        <p:spPr>
          <a:xfrm>
            <a:off x="1384820" y="369675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150" name="Shape 50">
            <a:extLst>
              <a:ext uri="{FF2B5EF4-FFF2-40B4-BE49-F238E27FC236}">
                <a16:creationId xmlns:a16="http://schemas.microsoft.com/office/drawing/2014/main" id="{A97158C3-645C-6D0F-76B7-C3CE47FF75B1}"/>
              </a:ext>
            </a:extLst>
          </p:cNvPr>
          <p:cNvSpPr/>
          <p:nvPr/>
        </p:nvSpPr>
        <p:spPr>
          <a:xfrm>
            <a:off x="772820" y="3872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51" name="Text 51">
            <a:extLst>
              <a:ext uri="{FF2B5EF4-FFF2-40B4-BE49-F238E27FC236}">
                <a16:creationId xmlns:a16="http://schemas.microsoft.com/office/drawing/2014/main" id="{8CF0A03E-7C2C-A0EC-2E4C-9FAEE66613C3}"/>
              </a:ext>
            </a:extLst>
          </p:cNvPr>
          <p:cNvSpPr txBox="1"/>
          <p:nvPr/>
        </p:nvSpPr>
        <p:spPr>
          <a:xfrm>
            <a:off x="808820" y="3904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152" name="Text 52">
            <a:extLst>
              <a:ext uri="{FF2B5EF4-FFF2-40B4-BE49-F238E27FC236}">
                <a16:creationId xmlns:a16="http://schemas.microsoft.com/office/drawing/2014/main" id="{4F9255C3-2EA7-CA34-A67F-AE469159ABF3}"/>
              </a:ext>
            </a:extLst>
          </p:cNvPr>
          <p:cNvSpPr txBox="1"/>
          <p:nvPr/>
        </p:nvSpPr>
        <p:spPr>
          <a:xfrm>
            <a:off x="1384820" y="3904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153" name="Text 53">
            <a:extLst>
              <a:ext uri="{FF2B5EF4-FFF2-40B4-BE49-F238E27FC236}">
                <a16:creationId xmlns:a16="http://schemas.microsoft.com/office/drawing/2014/main" id="{A9FDDDB3-FB90-9E86-40C9-3C67B8FB4693}"/>
              </a:ext>
            </a:extLst>
          </p:cNvPr>
          <p:cNvSpPr txBox="1"/>
          <p:nvPr/>
        </p:nvSpPr>
        <p:spPr>
          <a:xfrm>
            <a:off x="1384820" y="400563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154" name="Shape 54">
            <a:extLst>
              <a:ext uri="{FF2B5EF4-FFF2-40B4-BE49-F238E27FC236}">
                <a16:creationId xmlns:a16="http://schemas.microsoft.com/office/drawing/2014/main" id="{84D98606-8346-2368-898D-F416789E7945}"/>
              </a:ext>
            </a:extLst>
          </p:cNvPr>
          <p:cNvSpPr/>
          <p:nvPr/>
        </p:nvSpPr>
        <p:spPr>
          <a:xfrm>
            <a:off x="772820" y="4112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55" name="Text 55">
            <a:extLst>
              <a:ext uri="{FF2B5EF4-FFF2-40B4-BE49-F238E27FC236}">
                <a16:creationId xmlns:a16="http://schemas.microsoft.com/office/drawing/2014/main" id="{9F9E03F7-F132-E74D-4C77-98477FFD8E98}"/>
              </a:ext>
            </a:extLst>
          </p:cNvPr>
          <p:cNvSpPr txBox="1"/>
          <p:nvPr/>
        </p:nvSpPr>
        <p:spPr>
          <a:xfrm>
            <a:off x="808820" y="4145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156" name="Text 56">
            <a:extLst>
              <a:ext uri="{FF2B5EF4-FFF2-40B4-BE49-F238E27FC236}">
                <a16:creationId xmlns:a16="http://schemas.microsoft.com/office/drawing/2014/main" id="{D2F2E148-9122-BBAB-5A29-4BA9DE2AD11D}"/>
              </a:ext>
            </a:extLst>
          </p:cNvPr>
          <p:cNvSpPr txBox="1"/>
          <p:nvPr/>
        </p:nvSpPr>
        <p:spPr>
          <a:xfrm>
            <a:off x="1384820" y="4145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157" name="Text 57">
            <a:extLst>
              <a:ext uri="{FF2B5EF4-FFF2-40B4-BE49-F238E27FC236}">
                <a16:creationId xmlns:a16="http://schemas.microsoft.com/office/drawing/2014/main" id="{DB85E0ED-BE5F-E0ED-4002-40549C56BCE6}"/>
              </a:ext>
            </a:extLst>
          </p:cNvPr>
          <p:cNvSpPr txBox="1"/>
          <p:nvPr/>
        </p:nvSpPr>
        <p:spPr>
          <a:xfrm>
            <a:off x="1384820" y="4246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158" name="Shape 58">
            <a:extLst>
              <a:ext uri="{FF2B5EF4-FFF2-40B4-BE49-F238E27FC236}">
                <a16:creationId xmlns:a16="http://schemas.microsoft.com/office/drawing/2014/main" id="{0C3006A9-C9EF-EAA3-EA88-A767CBBD97C3}"/>
              </a:ext>
            </a:extLst>
          </p:cNvPr>
          <p:cNvSpPr/>
          <p:nvPr/>
        </p:nvSpPr>
        <p:spPr>
          <a:xfrm>
            <a:off x="772820" y="442179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59" name="Text 59">
            <a:extLst>
              <a:ext uri="{FF2B5EF4-FFF2-40B4-BE49-F238E27FC236}">
                <a16:creationId xmlns:a16="http://schemas.microsoft.com/office/drawing/2014/main" id="{59954D78-DFA3-E58A-85C2-E47E0E14E685}"/>
              </a:ext>
            </a:extLst>
          </p:cNvPr>
          <p:cNvSpPr txBox="1"/>
          <p:nvPr/>
        </p:nvSpPr>
        <p:spPr>
          <a:xfrm>
            <a:off x="808820" y="442179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160" name="Text 60">
            <a:extLst>
              <a:ext uri="{FF2B5EF4-FFF2-40B4-BE49-F238E27FC236}">
                <a16:creationId xmlns:a16="http://schemas.microsoft.com/office/drawing/2014/main" id="{1EF52C92-22AC-7CF5-FE84-02700B91E4A1}"/>
              </a:ext>
            </a:extLst>
          </p:cNvPr>
          <p:cNvSpPr txBox="1"/>
          <p:nvPr/>
        </p:nvSpPr>
        <p:spPr>
          <a:xfrm>
            <a:off x="1384820" y="442179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161" name="Shape 61">
            <a:extLst>
              <a:ext uri="{FF2B5EF4-FFF2-40B4-BE49-F238E27FC236}">
                <a16:creationId xmlns:a16="http://schemas.microsoft.com/office/drawing/2014/main" id="{3EC48E3A-6759-D40E-9C86-5EBB56A66B7C}"/>
              </a:ext>
            </a:extLst>
          </p:cNvPr>
          <p:cNvSpPr/>
          <p:nvPr/>
        </p:nvSpPr>
        <p:spPr>
          <a:xfrm>
            <a:off x="772820" y="4638514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162" name="Text 63">
            <a:extLst>
              <a:ext uri="{FF2B5EF4-FFF2-40B4-BE49-F238E27FC236}">
                <a16:creationId xmlns:a16="http://schemas.microsoft.com/office/drawing/2014/main" id="{B5D6852B-5EF1-FE35-ED7D-6C42289B0037}"/>
              </a:ext>
            </a:extLst>
          </p:cNvPr>
          <p:cNvSpPr txBox="1"/>
          <p:nvPr/>
        </p:nvSpPr>
        <p:spPr>
          <a:xfrm>
            <a:off x="772820" y="4730314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164" name="Shape 0">
            <a:extLst>
              <a:ext uri="{FF2B5EF4-FFF2-40B4-BE49-F238E27FC236}">
                <a16:creationId xmlns:a16="http://schemas.microsoft.com/office/drawing/2014/main" id="{FB85E23A-CFF5-C102-ECE0-32CFEB45B24B}"/>
              </a:ext>
            </a:extLst>
          </p:cNvPr>
          <p:cNvSpPr/>
          <p:nvPr/>
        </p:nvSpPr>
        <p:spPr>
          <a:xfrm>
            <a:off x="3788583" y="536314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165" name="Shape 1">
            <a:extLst>
              <a:ext uri="{FF2B5EF4-FFF2-40B4-BE49-F238E27FC236}">
                <a16:creationId xmlns:a16="http://schemas.microsoft.com/office/drawing/2014/main" id="{DE0F3368-79ED-7EAE-9CF9-260E8EA952D9}"/>
              </a:ext>
            </a:extLst>
          </p:cNvPr>
          <p:cNvSpPr/>
          <p:nvPr/>
        </p:nvSpPr>
        <p:spPr>
          <a:xfrm>
            <a:off x="4022583" y="73431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66" name="Text 2">
            <a:extLst>
              <a:ext uri="{FF2B5EF4-FFF2-40B4-BE49-F238E27FC236}">
                <a16:creationId xmlns:a16="http://schemas.microsoft.com/office/drawing/2014/main" id="{C1DB9D4F-2164-813F-178B-3184024634A6}"/>
              </a:ext>
            </a:extLst>
          </p:cNvPr>
          <p:cNvSpPr txBox="1"/>
          <p:nvPr/>
        </p:nvSpPr>
        <p:spPr>
          <a:xfrm>
            <a:off x="4058583" y="73431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167" name="Text 3">
            <a:extLst>
              <a:ext uri="{FF2B5EF4-FFF2-40B4-BE49-F238E27FC236}">
                <a16:creationId xmlns:a16="http://schemas.microsoft.com/office/drawing/2014/main" id="{071F76EB-28BD-B737-F7B5-B3D6983D3B7A}"/>
              </a:ext>
            </a:extLst>
          </p:cNvPr>
          <p:cNvSpPr txBox="1"/>
          <p:nvPr/>
        </p:nvSpPr>
        <p:spPr>
          <a:xfrm>
            <a:off x="4634583" y="73431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168" name="Shape 4">
            <a:extLst>
              <a:ext uri="{FF2B5EF4-FFF2-40B4-BE49-F238E27FC236}">
                <a16:creationId xmlns:a16="http://schemas.microsoft.com/office/drawing/2014/main" id="{4F36BD74-CB55-ED11-E7F5-8F4ADA7D8B1C}"/>
              </a:ext>
            </a:extLst>
          </p:cNvPr>
          <p:cNvSpPr/>
          <p:nvPr/>
        </p:nvSpPr>
        <p:spPr>
          <a:xfrm>
            <a:off x="4022583" y="8862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69" name="Text 5">
            <a:extLst>
              <a:ext uri="{FF2B5EF4-FFF2-40B4-BE49-F238E27FC236}">
                <a16:creationId xmlns:a16="http://schemas.microsoft.com/office/drawing/2014/main" id="{CF95CECB-C5FC-B30E-12A9-D862C64C76C4}"/>
              </a:ext>
            </a:extLst>
          </p:cNvPr>
          <p:cNvSpPr txBox="1"/>
          <p:nvPr/>
        </p:nvSpPr>
        <p:spPr>
          <a:xfrm>
            <a:off x="4058583" y="9186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170" name="Text 6">
            <a:extLst>
              <a:ext uri="{FF2B5EF4-FFF2-40B4-BE49-F238E27FC236}">
                <a16:creationId xmlns:a16="http://schemas.microsoft.com/office/drawing/2014/main" id="{C200843E-CC96-97E1-F052-B5A2AE7B8604}"/>
              </a:ext>
            </a:extLst>
          </p:cNvPr>
          <p:cNvSpPr txBox="1"/>
          <p:nvPr/>
        </p:nvSpPr>
        <p:spPr>
          <a:xfrm>
            <a:off x="4634583" y="9186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171" name="Text 7">
            <a:extLst>
              <a:ext uri="{FF2B5EF4-FFF2-40B4-BE49-F238E27FC236}">
                <a16:creationId xmlns:a16="http://schemas.microsoft.com/office/drawing/2014/main" id="{64961603-C64C-4D1D-B4D4-8F872342AC6F}"/>
              </a:ext>
            </a:extLst>
          </p:cNvPr>
          <p:cNvSpPr txBox="1"/>
          <p:nvPr/>
        </p:nvSpPr>
        <p:spPr>
          <a:xfrm>
            <a:off x="4634583" y="10197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172" name="Shape 8">
            <a:extLst>
              <a:ext uri="{FF2B5EF4-FFF2-40B4-BE49-F238E27FC236}">
                <a16:creationId xmlns:a16="http://schemas.microsoft.com/office/drawing/2014/main" id="{A26979B3-D3A4-4281-C8F8-52FFC376926E}"/>
              </a:ext>
            </a:extLst>
          </p:cNvPr>
          <p:cNvSpPr/>
          <p:nvPr/>
        </p:nvSpPr>
        <p:spPr>
          <a:xfrm>
            <a:off x="4022583" y="1127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73" name="Text 9">
            <a:extLst>
              <a:ext uri="{FF2B5EF4-FFF2-40B4-BE49-F238E27FC236}">
                <a16:creationId xmlns:a16="http://schemas.microsoft.com/office/drawing/2014/main" id="{6A152D10-8D01-3503-5B72-546054F0BA96}"/>
              </a:ext>
            </a:extLst>
          </p:cNvPr>
          <p:cNvSpPr txBox="1"/>
          <p:nvPr/>
        </p:nvSpPr>
        <p:spPr>
          <a:xfrm>
            <a:off x="4058583" y="1159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174" name="Text 10">
            <a:extLst>
              <a:ext uri="{FF2B5EF4-FFF2-40B4-BE49-F238E27FC236}">
                <a16:creationId xmlns:a16="http://schemas.microsoft.com/office/drawing/2014/main" id="{2EE5F04A-8913-7344-CD59-434C1247CB61}"/>
              </a:ext>
            </a:extLst>
          </p:cNvPr>
          <p:cNvSpPr txBox="1"/>
          <p:nvPr/>
        </p:nvSpPr>
        <p:spPr>
          <a:xfrm>
            <a:off x="4634583" y="1159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175" name="Text 11">
            <a:extLst>
              <a:ext uri="{FF2B5EF4-FFF2-40B4-BE49-F238E27FC236}">
                <a16:creationId xmlns:a16="http://schemas.microsoft.com/office/drawing/2014/main" id="{4B11DECE-8CE4-4E5C-2267-3C871D00E6D4}"/>
              </a:ext>
            </a:extLst>
          </p:cNvPr>
          <p:cNvSpPr txBox="1"/>
          <p:nvPr/>
        </p:nvSpPr>
        <p:spPr>
          <a:xfrm>
            <a:off x="4634583" y="12609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176" name="Shape 12">
            <a:extLst>
              <a:ext uri="{FF2B5EF4-FFF2-40B4-BE49-F238E27FC236}">
                <a16:creationId xmlns:a16="http://schemas.microsoft.com/office/drawing/2014/main" id="{649EFA4A-A88A-E636-E11C-C5D1804AF032}"/>
              </a:ext>
            </a:extLst>
          </p:cNvPr>
          <p:cNvSpPr/>
          <p:nvPr/>
        </p:nvSpPr>
        <p:spPr>
          <a:xfrm>
            <a:off x="4022583" y="13682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77" name="Text 13">
            <a:extLst>
              <a:ext uri="{FF2B5EF4-FFF2-40B4-BE49-F238E27FC236}">
                <a16:creationId xmlns:a16="http://schemas.microsoft.com/office/drawing/2014/main" id="{843AAF5A-4931-822C-CFA5-7C88684E9264}"/>
              </a:ext>
            </a:extLst>
          </p:cNvPr>
          <p:cNvSpPr txBox="1"/>
          <p:nvPr/>
        </p:nvSpPr>
        <p:spPr>
          <a:xfrm>
            <a:off x="4058583" y="14006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178" name="Text 14">
            <a:extLst>
              <a:ext uri="{FF2B5EF4-FFF2-40B4-BE49-F238E27FC236}">
                <a16:creationId xmlns:a16="http://schemas.microsoft.com/office/drawing/2014/main" id="{61D32BE5-379A-5FE9-31D0-AB89951A319D}"/>
              </a:ext>
            </a:extLst>
          </p:cNvPr>
          <p:cNvSpPr txBox="1"/>
          <p:nvPr/>
        </p:nvSpPr>
        <p:spPr>
          <a:xfrm>
            <a:off x="4634583" y="14006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40633B1E-ACAF-7CD5-A319-E6D2F147EACF}"/>
              </a:ext>
            </a:extLst>
          </p:cNvPr>
          <p:cNvSpPr txBox="1"/>
          <p:nvPr/>
        </p:nvSpPr>
        <p:spPr>
          <a:xfrm>
            <a:off x="4634583" y="150219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180" name="Shape 16">
            <a:extLst>
              <a:ext uri="{FF2B5EF4-FFF2-40B4-BE49-F238E27FC236}">
                <a16:creationId xmlns:a16="http://schemas.microsoft.com/office/drawing/2014/main" id="{42080936-D57F-DA56-C442-7F133B1704CA}"/>
              </a:ext>
            </a:extLst>
          </p:cNvPr>
          <p:cNvSpPr/>
          <p:nvPr/>
        </p:nvSpPr>
        <p:spPr>
          <a:xfrm>
            <a:off x="4022583" y="1677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81" name="Text 17">
            <a:extLst>
              <a:ext uri="{FF2B5EF4-FFF2-40B4-BE49-F238E27FC236}">
                <a16:creationId xmlns:a16="http://schemas.microsoft.com/office/drawing/2014/main" id="{285F7718-2B0B-4C0F-550A-3389CD77C981}"/>
              </a:ext>
            </a:extLst>
          </p:cNvPr>
          <p:cNvSpPr txBox="1"/>
          <p:nvPr/>
        </p:nvSpPr>
        <p:spPr>
          <a:xfrm>
            <a:off x="4058583" y="1709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182" name="Text 18">
            <a:extLst>
              <a:ext uri="{FF2B5EF4-FFF2-40B4-BE49-F238E27FC236}">
                <a16:creationId xmlns:a16="http://schemas.microsoft.com/office/drawing/2014/main" id="{3BEB4AE2-E5B3-DCD2-63B4-894CE15497B7}"/>
              </a:ext>
            </a:extLst>
          </p:cNvPr>
          <p:cNvSpPr txBox="1"/>
          <p:nvPr/>
        </p:nvSpPr>
        <p:spPr>
          <a:xfrm>
            <a:off x="4634583" y="1709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183" name="Text 19">
            <a:extLst>
              <a:ext uri="{FF2B5EF4-FFF2-40B4-BE49-F238E27FC236}">
                <a16:creationId xmlns:a16="http://schemas.microsoft.com/office/drawing/2014/main" id="{3EAC39AC-4656-8E82-8922-C2C8FB544A68}"/>
              </a:ext>
            </a:extLst>
          </p:cNvPr>
          <p:cNvSpPr txBox="1"/>
          <p:nvPr/>
        </p:nvSpPr>
        <p:spPr>
          <a:xfrm>
            <a:off x="4634583" y="181107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184" name="Shape 20">
            <a:extLst>
              <a:ext uri="{FF2B5EF4-FFF2-40B4-BE49-F238E27FC236}">
                <a16:creationId xmlns:a16="http://schemas.microsoft.com/office/drawing/2014/main" id="{367A58EE-80A2-BF2F-831F-9DE46F2595FF}"/>
              </a:ext>
            </a:extLst>
          </p:cNvPr>
          <p:cNvSpPr/>
          <p:nvPr/>
        </p:nvSpPr>
        <p:spPr>
          <a:xfrm>
            <a:off x="4022583" y="191835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85" name="Text 21">
            <a:extLst>
              <a:ext uri="{FF2B5EF4-FFF2-40B4-BE49-F238E27FC236}">
                <a16:creationId xmlns:a16="http://schemas.microsoft.com/office/drawing/2014/main" id="{24F4535B-63F8-D681-9ABB-ADE314E67546}"/>
              </a:ext>
            </a:extLst>
          </p:cNvPr>
          <p:cNvSpPr txBox="1"/>
          <p:nvPr/>
        </p:nvSpPr>
        <p:spPr>
          <a:xfrm>
            <a:off x="4058583" y="191835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186" name="Text 22">
            <a:extLst>
              <a:ext uri="{FF2B5EF4-FFF2-40B4-BE49-F238E27FC236}">
                <a16:creationId xmlns:a16="http://schemas.microsoft.com/office/drawing/2014/main" id="{69067489-5CD6-5E10-09C8-BD14A5F301AB}"/>
              </a:ext>
            </a:extLst>
          </p:cNvPr>
          <p:cNvSpPr txBox="1"/>
          <p:nvPr/>
        </p:nvSpPr>
        <p:spPr>
          <a:xfrm>
            <a:off x="4634583" y="191835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187" name="Shape 23">
            <a:extLst>
              <a:ext uri="{FF2B5EF4-FFF2-40B4-BE49-F238E27FC236}">
                <a16:creationId xmlns:a16="http://schemas.microsoft.com/office/drawing/2014/main" id="{1CF2EFD0-D6A4-4ABB-3930-D3D9D0B8010B}"/>
              </a:ext>
            </a:extLst>
          </p:cNvPr>
          <p:cNvSpPr/>
          <p:nvPr/>
        </p:nvSpPr>
        <p:spPr>
          <a:xfrm>
            <a:off x="4022583" y="2069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88" name="Text 24">
            <a:extLst>
              <a:ext uri="{FF2B5EF4-FFF2-40B4-BE49-F238E27FC236}">
                <a16:creationId xmlns:a16="http://schemas.microsoft.com/office/drawing/2014/main" id="{749F1B63-130E-5213-9264-57184EA45C34}"/>
              </a:ext>
            </a:extLst>
          </p:cNvPr>
          <p:cNvSpPr txBox="1"/>
          <p:nvPr/>
        </p:nvSpPr>
        <p:spPr>
          <a:xfrm>
            <a:off x="4058583" y="2102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189" name="Text 25">
            <a:extLst>
              <a:ext uri="{FF2B5EF4-FFF2-40B4-BE49-F238E27FC236}">
                <a16:creationId xmlns:a16="http://schemas.microsoft.com/office/drawing/2014/main" id="{9E9B2ED9-93C1-CAC4-2754-E0FFC1579BB3}"/>
              </a:ext>
            </a:extLst>
          </p:cNvPr>
          <p:cNvSpPr txBox="1"/>
          <p:nvPr/>
        </p:nvSpPr>
        <p:spPr>
          <a:xfrm>
            <a:off x="4634583" y="2102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190" name="Text 26">
            <a:extLst>
              <a:ext uri="{FF2B5EF4-FFF2-40B4-BE49-F238E27FC236}">
                <a16:creationId xmlns:a16="http://schemas.microsoft.com/office/drawing/2014/main" id="{711AE56C-A9F9-D31B-BC48-8B68B5C059A8}"/>
              </a:ext>
            </a:extLst>
          </p:cNvPr>
          <p:cNvSpPr txBox="1"/>
          <p:nvPr/>
        </p:nvSpPr>
        <p:spPr>
          <a:xfrm>
            <a:off x="4634583" y="2203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191" name="Shape 27">
            <a:extLst>
              <a:ext uri="{FF2B5EF4-FFF2-40B4-BE49-F238E27FC236}">
                <a16:creationId xmlns:a16="http://schemas.microsoft.com/office/drawing/2014/main" id="{F679C893-7CB9-FC87-ECB5-4657CC52E9EC}"/>
              </a:ext>
            </a:extLst>
          </p:cNvPr>
          <p:cNvSpPr/>
          <p:nvPr/>
        </p:nvSpPr>
        <p:spPr>
          <a:xfrm>
            <a:off x="4022583" y="2379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92" name="Text 28">
            <a:extLst>
              <a:ext uri="{FF2B5EF4-FFF2-40B4-BE49-F238E27FC236}">
                <a16:creationId xmlns:a16="http://schemas.microsoft.com/office/drawing/2014/main" id="{1881760C-B677-07C0-29BE-1555A1A27C2F}"/>
              </a:ext>
            </a:extLst>
          </p:cNvPr>
          <p:cNvSpPr txBox="1"/>
          <p:nvPr/>
        </p:nvSpPr>
        <p:spPr>
          <a:xfrm>
            <a:off x="4058583" y="2411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193" name="Text 29">
            <a:extLst>
              <a:ext uri="{FF2B5EF4-FFF2-40B4-BE49-F238E27FC236}">
                <a16:creationId xmlns:a16="http://schemas.microsoft.com/office/drawing/2014/main" id="{994ACE55-B2B6-08B2-6B2C-6F6781589684}"/>
              </a:ext>
            </a:extLst>
          </p:cNvPr>
          <p:cNvSpPr txBox="1"/>
          <p:nvPr/>
        </p:nvSpPr>
        <p:spPr>
          <a:xfrm>
            <a:off x="4634583" y="2411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194" name="Text 30">
            <a:extLst>
              <a:ext uri="{FF2B5EF4-FFF2-40B4-BE49-F238E27FC236}">
                <a16:creationId xmlns:a16="http://schemas.microsoft.com/office/drawing/2014/main" id="{E9598840-F0A3-C0E3-6080-359308EF9710}"/>
              </a:ext>
            </a:extLst>
          </p:cNvPr>
          <p:cNvSpPr txBox="1"/>
          <p:nvPr/>
        </p:nvSpPr>
        <p:spPr>
          <a:xfrm>
            <a:off x="4634583" y="25127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195" name="Shape 31">
            <a:extLst>
              <a:ext uri="{FF2B5EF4-FFF2-40B4-BE49-F238E27FC236}">
                <a16:creationId xmlns:a16="http://schemas.microsoft.com/office/drawing/2014/main" id="{DC18E72B-0E4D-AD5C-D1A0-A6E0C54B8D75}"/>
              </a:ext>
            </a:extLst>
          </p:cNvPr>
          <p:cNvSpPr/>
          <p:nvPr/>
        </p:nvSpPr>
        <p:spPr>
          <a:xfrm>
            <a:off x="4022583" y="2619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96" name="Text 32">
            <a:extLst>
              <a:ext uri="{FF2B5EF4-FFF2-40B4-BE49-F238E27FC236}">
                <a16:creationId xmlns:a16="http://schemas.microsoft.com/office/drawing/2014/main" id="{2E63BB5D-D29E-B51A-B929-083B872536F7}"/>
              </a:ext>
            </a:extLst>
          </p:cNvPr>
          <p:cNvSpPr txBox="1"/>
          <p:nvPr/>
        </p:nvSpPr>
        <p:spPr>
          <a:xfrm>
            <a:off x="4058583" y="2652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197" name="Text 33">
            <a:extLst>
              <a:ext uri="{FF2B5EF4-FFF2-40B4-BE49-F238E27FC236}">
                <a16:creationId xmlns:a16="http://schemas.microsoft.com/office/drawing/2014/main" id="{A1196E5A-428F-D898-DFFE-E942224E4B05}"/>
              </a:ext>
            </a:extLst>
          </p:cNvPr>
          <p:cNvSpPr txBox="1"/>
          <p:nvPr/>
        </p:nvSpPr>
        <p:spPr>
          <a:xfrm>
            <a:off x="4634583" y="2652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198" name="Text 34">
            <a:extLst>
              <a:ext uri="{FF2B5EF4-FFF2-40B4-BE49-F238E27FC236}">
                <a16:creationId xmlns:a16="http://schemas.microsoft.com/office/drawing/2014/main" id="{14036EAF-973E-49FC-D1D5-D518EA5D9368}"/>
              </a:ext>
            </a:extLst>
          </p:cNvPr>
          <p:cNvSpPr txBox="1"/>
          <p:nvPr/>
        </p:nvSpPr>
        <p:spPr>
          <a:xfrm>
            <a:off x="4634583" y="27539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199" name="Shape 35">
            <a:extLst>
              <a:ext uri="{FF2B5EF4-FFF2-40B4-BE49-F238E27FC236}">
                <a16:creationId xmlns:a16="http://schemas.microsoft.com/office/drawing/2014/main" id="{0C345631-4327-95B5-72E7-3A1420DA718A}"/>
              </a:ext>
            </a:extLst>
          </p:cNvPr>
          <p:cNvSpPr/>
          <p:nvPr/>
        </p:nvSpPr>
        <p:spPr>
          <a:xfrm>
            <a:off x="4022583" y="28611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00" name="Text 36">
            <a:extLst>
              <a:ext uri="{FF2B5EF4-FFF2-40B4-BE49-F238E27FC236}">
                <a16:creationId xmlns:a16="http://schemas.microsoft.com/office/drawing/2014/main" id="{30979EAC-D583-79C0-30EC-73F89EE4E12D}"/>
              </a:ext>
            </a:extLst>
          </p:cNvPr>
          <p:cNvSpPr txBox="1"/>
          <p:nvPr/>
        </p:nvSpPr>
        <p:spPr>
          <a:xfrm>
            <a:off x="4058583" y="28935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201" name="Text 37">
            <a:extLst>
              <a:ext uri="{FF2B5EF4-FFF2-40B4-BE49-F238E27FC236}">
                <a16:creationId xmlns:a16="http://schemas.microsoft.com/office/drawing/2014/main" id="{9633E475-9086-4F65-2242-8DEC6FF097D2}"/>
              </a:ext>
            </a:extLst>
          </p:cNvPr>
          <p:cNvSpPr txBox="1"/>
          <p:nvPr/>
        </p:nvSpPr>
        <p:spPr>
          <a:xfrm>
            <a:off x="4634583" y="28935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202" name="Text 38">
            <a:extLst>
              <a:ext uri="{FF2B5EF4-FFF2-40B4-BE49-F238E27FC236}">
                <a16:creationId xmlns:a16="http://schemas.microsoft.com/office/drawing/2014/main" id="{CAC7BC22-AC56-1491-E9A2-5AA104047C14}"/>
              </a:ext>
            </a:extLst>
          </p:cNvPr>
          <p:cNvSpPr txBox="1"/>
          <p:nvPr/>
        </p:nvSpPr>
        <p:spPr>
          <a:xfrm>
            <a:off x="4634583" y="299511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203" name="Shape 39">
            <a:extLst>
              <a:ext uri="{FF2B5EF4-FFF2-40B4-BE49-F238E27FC236}">
                <a16:creationId xmlns:a16="http://schemas.microsoft.com/office/drawing/2014/main" id="{F0CC4DBE-06D8-3092-500F-D3D971768398}"/>
              </a:ext>
            </a:extLst>
          </p:cNvPr>
          <p:cNvSpPr/>
          <p:nvPr/>
        </p:nvSpPr>
        <p:spPr>
          <a:xfrm>
            <a:off x="4022583" y="317007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04" name="Text 40">
            <a:extLst>
              <a:ext uri="{FF2B5EF4-FFF2-40B4-BE49-F238E27FC236}">
                <a16:creationId xmlns:a16="http://schemas.microsoft.com/office/drawing/2014/main" id="{A7CD4F6A-6EF8-27AC-89D4-E10CDC13F113}"/>
              </a:ext>
            </a:extLst>
          </p:cNvPr>
          <p:cNvSpPr txBox="1"/>
          <p:nvPr/>
        </p:nvSpPr>
        <p:spPr>
          <a:xfrm>
            <a:off x="4058583" y="317007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205" name="Text 41">
            <a:extLst>
              <a:ext uri="{FF2B5EF4-FFF2-40B4-BE49-F238E27FC236}">
                <a16:creationId xmlns:a16="http://schemas.microsoft.com/office/drawing/2014/main" id="{D33AB9F4-9689-FF2D-26E9-D1882EB01EDB}"/>
              </a:ext>
            </a:extLst>
          </p:cNvPr>
          <p:cNvSpPr txBox="1"/>
          <p:nvPr/>
        </p:nvSpPr>
        <p:spPr>
          <a:xfrm>
            <a:off x="4634583" y="317007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206" name="Shape 42">
            <a:extLst>
              <a:ext uri="{FF2B5EF4-FFF2-40B4-BE49-F238E27FC236}">
                <a16:creationId xmlns:a16="http://schemas.microsoft.com/office/drawing/2014/main" id="{0E2893C7-19F3-CDF0-8114-C48F1DCF9027}"/>
              </a:ext>
            </a:extLst>
          </p:cNvPr>
          <p:cNvSpPr/>
          <p:nvPr/>
        </p:nvSpPr>
        <p:spPr>
          <a:xfrm>
            <a:off x="4022583" y="3321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07" name="Text 43">
            <a:extLst>
              <a:ext uri="{FF2B5EF4-FFF2-40B4-BE49-F238E27FC236}">
                <a16:creationId xmlns:a16="http://schemas.microsoft.com/office/drawing/2014/main" id="{41220443-8D0A-C9A9-E177-D4552B87B542}"/>
              </a:ext>
            </a:extLst>
          </p:cNvPr>
          <p:cNvSpPr txBox="1"/>
          <p:nvPr/>
        </p:nvSpPr>
        <p:spPr>
          <a:xfrm>
            <a:off x="4058583" y="3354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208" name="Text 44">
            <a:extLst>
              <a:ext uri="{FF2B5EF4-FFF2-40B4-BE49-F238E27FC236}">
                <a16:creationId xmlns:a16="http://schemas.microsoft.com/office/drawing/2014/main" id="{2527B9D6-B399-04EA-B60F-316B425DE531}"/>
              </a:ext>
            </a:extLst>
          </p:cNvPr>
          <p:cNvSpPr txBox="1"/>
          <p:nvPr/>
        </p:nvSpPr>
        <p:spPr>
          <a:xfrm>
            <a:off x="4634583" y="3354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209" name="Text 45">
            <a:extLst>
              <a:ext uri="{FF2B5EF4-FFF2-40B4-BE49-F238E27FC236}">
                <a16:creationId xmlns:a16="http://schemas.microsoft.com/office/drawing/2014/main" id="{1DF132C6-DDD4-2371-236D-9A72C6B6465B}"/>
              </a:ext>
            </a:extLst>
          </p:cNvPr>
          <p:cNvSpPr txBox="1"/>
          <p:nvPr/>
        </p:nvSpPr>
        <p:spPr>
          <a:xfrm>
            <a:off x="4634583" y="345555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210" name="Shape 46">
            <a:extLst>
              <a:ext uri="{FF2B5EF4-FFF2-40B4-BE49-F238E27FC236}">
                <a16:creationId xmlns:a16="http://schemas.microsoft.com/office/drawing/2014/main" id="{64BB279C-D782-9E5B-8EEC-03DFE15CF6F3}"/>
              </a:ext>
            </a:extLst>
          </p:cNvPr>
          <p:cNvSpPr/>
          <p:nvPr/>
        </p:nvSpPr>
        <p:spPr>
          <a:xfrm>
            <a:off x="4022583" y="35628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1" name="Text 47">
            <a:extLst>
              <a:ext uri="{FF2B5EF4-FFF2-40B4-BE49-F238E27FC236}">
                <a16:creationId xmlns:a16="http://schemas.microsoft.com/office/drawing/2014/main" id="{16827CCE-7953-8522-1C76-9D2194F3E50C}"/>
              </a:ext>
            </a:extLst>
          </p:cNvPr>
          <p:cNvSpPr txBox="1"/>
          <p:nvPr/>
        </p:nvSpPr>
        <p:spPr>
          <a:xfrm>
            <a:off x="4058583" y="35952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212" name="Text 48">
            <a:extLst>
              <a:ext uri="{FF2B5EF4-FFF2-40B4-BE49-F238E27FC236}">
                <a16:creationId xmlns:a16="http://schemas.microsoft.com/office/drawing/2014/main" id="{726E4708-60DE-EE9C-3D34-F6A3E6CD7148}"/>
              </a:ext>
            </a:extLst>
          </p:cNvPr>
          <p:cNvSpPr txBox="1"/>
          <p:nvPr/>
        </p:nvSpPr>
        <p:spPr>
          <a:xfrm>
            <a:off x="4634583" y="35952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213" name="Text 49">
            <a:extLst>
              <a:ext uri="{FF2B5EF4-FFF2-40B4-BE49-F238E27FC236}">
                <a16:creationId xmlns:a16="http://schemas.microsoft.com/office/drawing/2014/main" id="{61EDA7C7-81C2-7482-E724-6FD1CE460D4D}"/>
              </a:ext>
            </a:extLst>
          </p:cNvPr>
          <p:cNvSpPr txBox="1"/>
          <p:nvPr/>
        </p:nvSpPr>
        <p:spPr>
          <a:xfrm>
            <a:off x="4634583" y="369675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214" name="Shape 50">
            <a:extLst>
              <a:ext uri="{FF2B5EF4-FFF2-40B4-BE49-F238E27FC236}">
                <a16:creationId xmlns:a16="http://schemas.microsoft.com/office/drawing/2014/main" id="{6E02B0B7-9CD6-A8B0-844C-E258EE05340E}"/>
              </a:ext>
            </a:extLst>
          </p:cNvPr>
          <p:cNvSpPr/>
          <p:nvPr/>
        </p:nvSpPr>
        <p:spPr>
          <a:xfrm>
            <a:off x="4022583" y="3872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5" name="Text 51">
            <a:extLst>
              <a:ext uri="{FF2B5EF4-FFF2-40B4-BE49-F238E27FC236}">
                <a16:creationId xmlns:a16="http://schemas.microsoft.com/office/drawing/2014/main" id="{42465B88-A318-9489-670E-F05B570AC910}"/>
              </a:ext>
            </a:extLst>
          </p:cNvPr>
          <p:cNvSpPr txBox="1"/>
          <p:nvPr/>
        </p:nvSpPr>
        <p:spPr>
          <a:xfrm>
            <a:off x="4058583" y="3904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216" name="Text 52">
            <a:extLst>
              <a:ext uri="{FF2B5EF4-FFF2-40B4-BE49-F238E27FC236}">
                <a16:creationId xmlns:a16="http://schemas.microsoft.com/office/drawing/2014/main" id="{2E632BF1-E7BC-DF3F-32EB-328E0A41D4BE}"/>
              </a:ext>
            </a:extLst>
          </p:cNvPr>
          <p:cNvSpPr txBox="1"/>
          <p:nvPr/>
        </p:nvSpPr>
        <p:spPr>
          <a:xfrm>
            <a:off x="4634583" y="3904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217" name="Text 53">
            <a:extLst>
              <a:ext uri="{FF2B5EF4-FFF2-40B4-BE49-F238E27FC236}">
                <a16:creationId xmlns:a16="http://schemas.microsoft.com/office/drawing/2014/main" id="{D9CAD431-5386-B64E-6BF5-942457E988C0}"/>
              </a:ext>
            </a:extLst>
          </p:cNvPr>
          <p:cNvSpPr txBox="1"/>
          <p:nvPr/>
        </p:nvSpPr>
        <p:spPr>
          <a:xfrm>
            <a:off x="4634583" y="400563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218" name="Shape 54">
            <a:extLst>
              <a:ext uri="{FF2B5EF4-FFF2-40B4-BE49-F238E27FC236}">
                <a16:creationId xmlns:a16="http://schemas.microsoft.com/office/drawing/2014/main" id="{AC4C76FA-635F-DEB5-84DB-406C4E01EC4D}"/>
              </a:ext>
            </a:extLst>
          </p:cNvPr>
          <p:cNvSpPr/>
          <p:nvPr/>
        </p:nvSpPr>
        <p:spPr>
          <a:xfrm>
            <a:off x="4022583" y="4112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9" name="Text 55">
            <a:extLst>
              <a:ext uri="{FF2B5EF4-FFF2-40B4-BE49-F238E27FC236}">
                <a16:creationId xmlns:a16="http://schemas.microsoft.com/office/drawing/2014/main" id="{4E531EA0-1793-E2C2-D943-A0C4EB6B5A74}"/>
              </a:ext>
            </a:extLst>
          </p:cNvPr>
          <p:cNvSpPr txBox="1"/>
          <p:nvPr/>
        </p:nvSpPr>
        <p:spPr>
          <a:xfrm>
            <a:off x="4058583" y="4145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220" name="Text 56">
            <a:extLst>
              <a:ext uri="{FF2B5EF4-FFF2-40B4-BE49-F238E27FC236}">
                <a16:creationId xmlns:a16="http://schemas.microsoft.com/office/drawing/2014/main" id="{C079A1A5-F3FE-737C-2A83-64A44FE34358}"/>
              </a:ext>
            </a:extLst>
          </p:cNvPr>
          <p:cNvSpPr txBox="1"/>
          <p:nvPr/>
        </p:nvSpPr>
        <p:spPr>
          <a:xfrm>
            <a:off x="4634583" y="4145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221" name="Text 57">
            <a:extLst>
              <a:ext uri="{FF2B5EF4-FFF2-40B4-BE49-F238E27FC236}">
                <a16:creationId xmlns:a16="http://schemas.microsoft.com/office/drawing/2014/main" id="{AE4AAD1D-5B5A-8D7E-CBF2-07831D86BED6}"/>
              </a:ext>
            </a:extLst>
          </p:cNvPr>
          <p:cNvSpPr txBox="1"/>
          <p:nvPr/>
        </p:nvSpPr>
        <p:spPr>
          <a:xfrm>
            <a:off x="4634583" y="4246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222" name="Shape 58">
            <a:extLst>
              <a:ext uri="{FF2B5EF4-FFF2-40B4-BE49-F238E27FC236}">
                <a16:creationId xmlns:a16="http://schemas.microsoft.com/office/drawing/2014/main" id="{7F9EB260-B0B5-1978-CAB1-8F77A87FCE20}"/>
              </a:ext>
            </a:extLst>
          </p:cNvPr>
          <p:cNvSpPr/>
          <p:nvPr/>
        </p:nvSpPr>
        <p:spPr>
          <a:xfrm>
            <a:off x="4022583" y="442179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23" name="Text 59">
            <a:extLst>
              <a:ext uri="{FF2B5EF4-FFF2-40B4-BE49-F238E27FC236}">
                <a16:creationId xmlns:a16="http://schemas.microsoft.com/office/drawing/2014/main" id="{CC223D58-F9AB-33B0-74F9-E64402D2D2A5}"/>
              </a:ext>
            </a:extLst>
          </p:cNvPr>
          <p:cNvSpPr txBox="1"/>
          <p:nvPr/>
        </p:nvSpPr>
        <p:spPr>
          <a:xfrm>
            <a:off x="4058583" y="442179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224" name="Text 60">
            <a:extLst>
              <a:ext uri="{FF2B5EF4-FFF2-40B4-BE49-F238E27FC236}">
                <a16:creationId xmlns:a16="http://schemas.microsoft.com/office/drawing/2014/main" id="{F2DBD37F-4DEA-C03F-AA65-C868D7AA5BA0}"/>
              </a:ext>
            </a:extLst>
          </p:cNvPr>
          <p:cNvSpPr txBox="1"/>
          <p:nvPr/>
        </p:nvSpPr>
        <p:spPr>
          <a:xfrm>
            <a:off x="4634583" y="442179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225" name="Shape 61">
            <a:extLst>
              <a:ext uri="{FF2B5EF4-FFF2-40B4-BE49-F238E27FC236}">
                <a16:creationId xmlns:a16="http://schemas.microsoft.com/office/drawing/2014/main" id="{860FEBCC-0BE7-9BB3-E1BC-E656BA4F194F}"/>
              </a:ext>
            </a:extLst>
          </p:cNvPr>
          <p:cNvSpPr/>
          <p:nvPr/>
        </p:nvSpPr>
        <p:spPr>
          <a:xfrm>
            <a:off x="4022583" y="4638514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226" name="Text 63">
            <a:extLst>
              <a:ext uri="{FF2B5EF4-FFF2-40B4-BE49-F238E27FC236}">
                <a16:creationId xmlns:a16="http://schemas.microsoft.com/office/drawing/2014/main" id="{9EC22D78-686B-B087-79B1-E7992AE2D16B}"/>
              </a:ext>
            </a:extLst>
          </p:cNvPr>
          <p:cNvSpPr txBox="1"/>
          <p:nvPr/>
        </p:nvSpPr>
        <p:spPr>
          <a:xfrm>
            <a:off x="4022583" y="4730314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227" name="Shape 0">
            <a:extLst>
              <a:ext uri="{FF2B5EF4-FFF2-40B4-BE49-F238E27FC236}">
                <a16:creationId xmlns:a16="http://schemas.microsoft.com/office/drawing/2014/main" id="{620C601B-BF6F-AF37-99B6-716C773F5A65}"/>
              </a:ext>
            </a:extLst>
          </p:cNvPr>
          <p:cNvSpPr/>
          <p:nvPr/>
        </p:nvSpPr>
        <p:spPr>
          <a:xfrm>
            <a:off x="541109" y="5046486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228" name="Shape 1">
            <a:extLst>
              <a:ext uri="{FF2B5EF4-FFF2-40B4-BE49-F238E27FC236}">
                <a16:creationId xmlns:a16="http://schemas.microsoft.com/office/drawing/2014/main" id="{FD54AE97-5ED1-F142-53B5-60D7978E6DB2}"/>
              </a:ext>
            </a:extLst>
          </p:cNvPr>
          <p:cNvSpPr/>
          <p:nvPr/>
        </p:nvSpPr>
        <p:spPr>
          <a:xfrm>
            <a:off x="775109" y="524448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29" name="Text 2">
            <a:extLst>
              <a:ext uri="{FF2B5EF4-FFF2-40B4-BE49-F238E27FC236}">
                <a16:creationId xmlns:a16="http://schemas.microsoft.com/office/drawing/2014/main" id="{8A0BFB24-6762-F332-82E4-3EACAED45162}"/>
              </a:ext>
            </a:extLst>
          </p:cNvPr>
          <p:cNvSpPr txBox="1"/>
          <p:nvPr/>
        </p:nvSpPr>
        <p:spPr>
          <a:xfrm>
            <a:off x="811109" y="524448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230" name="Text 3">
            <a:extLst>
              <a:ext uri="{FF2B5EF4-FFF2-40B4-BE49-F238E27FC236}">
                <a16:creationId xmlns:a16="http://schemas.microsoft.com/office/drawing/2014/main" id="{6A2388DF-FC53-21DE-FC92-51F7447559FC}"/>
              </a:ext>
            </a:extLst>
          </p:cNvPr>
          <p:cNvSpPr txBox="1"/>
          <p:nvPr/>
        </p:nvSpPr>
        <p:spPr>
          <a:xfrm>
            <a:off x="1387109" y="524448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231" name="Shape 4">
            <a:extLst>
              <a:ext uri="{FF2B5EF4-FFF2-40B4-BE49-F238E27FC236}">
                <a16:creationId xmlns:a16="http://schemas.microsoft.com/office/drawing/2014/main" id="{888BFFFC-701E-4E67-9F88-463B4E9B54B4}"/>
              </a:ext>
            </a:extLst>
          </p:cNvPr>
          <p:cNvSpPr/>
          <p:nvPr/>
        </p:nvSpPr>
        <p:spPr>
          <a:xfrm>
            <a:off x="775109" y="53964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32" name="Text 5">
            <a:extLst>
              <a:ext uri="{FF2B5EF4-FFF2-40B4-BE49-F238E27FC236}">
                <a16:creationId xmlns:a16="http://schemas.microsoft.com/office/drawing/2014/main" id="{BCCB3285-916A-AFCA-4106-9C9680A6740A}"/>
              </a:ext>
            </a:extLst>
          </p:cNvPr>
          <p:cNvSpPr txBox="1"/>
          <p:nvPr/>
        </p:nvSpPr>
        <p:spPr>
          <a:xfrm>
            <a:off x="811109" y="54288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233" name="Text 6">
            <a:extLst>
              <a:ext uri="{FF2B5EF4-FFF2-40B4-BE49-F238E27FC236}">
                <a16:creationId xmlns:a16="http://schemas.microsoft.com/office/drawing/2014/main" id="{594A0BED-80B7-12F5-5DDD-6A310356A601}"/>
              </a:ext>
            </a:extLst>
          </p:cNvPr>
          <p:cNvSpPr txBox="1"/>
          <p:nvPr/>
        </p:nvSpPr>
        <p:spPr>
          <a:xfrm>
            <a:off x="1387109" y="54288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234" name="Text 7">
            <a:extLst>
              <a:ext uri="{FF2B5EF4-FFF2-40B4-BE49-F238E27FC236}">
                <a16:creationId xmlns:a16="http://schemas.microsoft.com/office/drawing/2014/main" id="{47F7C6C1-B7C8-A50F-B0D4-9A555FCF22E4}"/>
              </a:ext>
            </a:extLst>
          </p:cNvPr>
          <p:cNvSpPr txBox="1"/>
          <p:nvPr/>
        </p:nvSpPr>
        <p:spPr>
          <a:xfrm>
            <a:off x="1387109" y="55299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235" name="Shape 8">
            <a:extLst>
              <a:ext uri="{FF2B5EF4-FFF2-40B4-BE49-F238E27FC236}">
                <a16:creationId xmlns:a16="http://schemas.microsoft.com/office/drawing/2014/main" id="{6B5028DB-E45A-7963-FCD5-F267C149D299}"/>
              </a:ext>
            </a:extLst>
          </p:cNvPr>
          <p:cNvSpPr/>
          <p:nvPr/>
        </p:nvSpPr>
        <p:spPr>
          <a:xfrm>
            <a:off x="775109" y="5637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36" name="Text 9">
            <a:extLst>
              <a:ext uri="{FF2B5EF4-FFF2-40B4-BE49-F238E27FC236}">
                <a16:creationId xmlns:a16="http://schemas.microsoft.com/office/drawing/2014/main" id="{F1A573C3-486D-BC86-C15E-A6CEDCED58EF}"/>
              </a:ext>
            </a:extLst>
          </p:cNvPr>
          <p:cNvSpPr txBox="1"/>
          <p:nvPr/>
        </p:nvSpPr>
        <p:spPr>
          <a:xfrm>
            <a:off x="811109" y="5669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237" name="Text 10">
            <a:extLst>
              <a:ext uri="{FF2B5EF4-FFF2-40B4-BE49-F238E27FC236}">
                <a16:creationId xmlns:a16="http://schemas.microsoft.com/office/drawing/2014/main" id="{14348818-FCAF-8419-1FAF-5FB13494A674}"/>
              </a:ext>
            </a:extLst>
          </p:cNvPr>
          <p:cNvSpPr txBox="1"/>
          <p:nvPr/>
        </p:nvSpPr>
        <p:spPr>
          <a:xfrm>
            <a:off x="1387109" y="5669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238" name="Text 11">
            <a:extLst>
              <a:ext uri="{FF2B5EF4-FFF2-40B4-BE49-F238E27FC236}">
                <a16:creationId xmlns:a16="http://schemas.microsoft.com/office/drawing/2014/main" id="{BF52EEA5-875E-4897-6D13-216641EB0D74}"/>
              </a:ext>
            </a:extLst>
          </p:cNvPr>
          <p:cNvSpPr txBox="1"/>
          <p:nvPr/>
        </p:nvSpPr>
        <p:spPr>
          <a:xfrm>
            <a:off x="1387109" y="57711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239" name="Shape 12">
            <a:extLst>
              <a:ext uri="{FF2B5EF4-FFF2-40B4-BE49-F238E27FC236}">
                <a16:creationId xmlns:a16="http://schemas.microsoft.com/office/drawing/2014/main" id="{0933C0F1-D1FE-A7C4-496A-77FF6EE4D59D}"/>
              </a:ext>
            </a:extLst>
          </p:cNvPr>
          <p:cNvSpPr/>
          <p:nvPr/>
        </p:nvSpPr>
        <p:spPr>
          <a:xfrm>
            <a:off x="775109" y="58784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40" name="Text 13">
            <a:extLst>
              <a:ext uri="{FF2B5EF4-FFF2-40B4-BE49-F238E27FC236}">
                <a16:creationId xmlns:a16="http://schemas.microsoft.com/office/drawing/2014/main" id="{C6936A1F-69E0-D635-D02A-5B02E9F89676}"/>
              </a:ext>
            </a:extLst>
          </p:cNvPr>
          <p:cNvSpPr txBox="1"/>
          <p:nvPr/>
        </p:nvSpPr>
        <p:spPr>
          <a:xfrm>
            <a:off x="811109" y="59108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241" name="Text 14">
            <a:extLst>
              <a:ext uri="{FF2B5EF4-FFF2-40B4-BE49-F238E27FC236}">
                <a16:creationId xmlns:a16="http://schemas.microsoft.com/office/drawing/2014/main" id="{71488B3A-A798-9AF6-F2A6-5D6205B59990}"/>
              </a:ext>
            </a:extLst>
          </p:cNvPr>
          <p:cNvSpPr txBox="1"/>
          <p:nvPr/>
        </p:nvSpPr>
        <p:spPr>
          <a:xfrm>
            <a:off x="1387109" y="59108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242" name="Text 15">
            <a:extLst>
              <a:ext uri="{FF2B5EF4-FFF2-40B4-BE49-F238E27FC236}">
                <a16:creationId xmlns:a16="http://schemas.microsoft.com/office/drawing/2014/main" id="{373075D3-8DBB-7042-6521-917E695DFF21}"/>
              </a:ext>
            </a:extLst>
          </p:cNvPr>
          <p:cNvSpPr txBox="1"/>
          <p:nvPr/>
        </p:nvSpPr>
        <p:spPr>
          <a:xfrm>
            <a:off x="1387109" y="601236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243" name="Shape 16">
            <a:extLst>
              <a:ext uri="{FF2B5EF4-FFF2-40B4-BE49-F238E27FC236}">
                <a16:creationId xmlns:a16="http://schemas.microsoft.com/office/drawing/2014/main" id="{F0B404B7-7EDE-82C7-0FA9-3873BACD2858}"/>
              </a:ext>
            </a:extLst>
          </p:cNvPr>
          <p:cNvSpPr/>
          <p:nvPr/>
        </p:nvSpPr>
        <p:spPr>
          <a:xfrm>
            <a:off x="775109" y="6187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44" name="Text 17">
            <a:extLst>
              <a:ext uri="{FF2B5EF4-FFF2-40B4-BE49-F238E27FC236}">
                <a16:creationId xmlns:a16="http://schemas.microsoft.com/office/drawing/2014/main" id="{2CB73F19-85D8-7A74-43D3-4557C5419855}"/>
              </a:ext>
            </a:extLst>
          </p:cNvPr>
          <p:cNvSpPr txBox="1"/>
          <p:nvPr/>
        </p:nvSpPr>
        <p:spPr>
          <a:xfrm>
            <a:off x="811109" y="6219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245" name="Text 18">
            <a:extLst>
              <a:ext uri="{FF2B5EF4-FFF2-40B4-BE49-F238E27FC236}">
                <a16:creationId xmlns:a16="http://schemas.microsoft.com/office/drawing/2014/main" id="{1A992DED-EC3D-01D2-7216-54BEFC3ACC19}"/>
              </a:ext>
            </a:extLst>
          </p:cNvPr>
          <p:cNvSpPr txBox="1"/>
          <p:nvPr/>
        </p:nvSpPr>
        <p:spPr>
          <a:xfrm>
            <a:off x="1387109" y="6219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246" name="Text 19">
            <a:extLst>
              <a:ext uri="{FF2B5EF4-FFF2-40B4-BE49-F238E27FC236}">
                <a16:creationId xmlns:a16="http://schemas.microsoft.com/office/drawing/2014/main" id="{9C66A66D-D5B0-901C-FF0A-8EFBE7228621}"/>
              </a:ext>
            </a:extLst>
          </p:cNvPr>
          <p:cNvSpPr txBox="1"/>
          <p:nvPr/>
        </p:nvSpPr>
        <p:spPr>
          <a:xfrm>
            <a:off x="1387109" y="632124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247" name="Shape 20">
            <a:extLst>
              <a:ext uri="{FF2B5EF4-FFF2-40B4-BE49-F238E27FC236}">
                <a16:creationId xmlns:a16="http://schemas.microsoft.com/office/drawing/2014/main" id="{81C1EA87-96A8-8698-B8B6-561E9EEFFCFC}"/>
              </a:ext>
            </a:extLst>
          </p:cNvPr>
          <p:cNvSpPr/>
          <p:nvPr/>
        </p:nvSpPr>
        <p:spPr>
          <a:xfrm>
            <a:off x="775109" y="642852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48" name="Text 21">
            <a:extLst>
              <a:ext uri="{FF2B5EF4-FFF2-40B4-BE49-F238E27FC236}">
                <a16:creationId xmlns:a16="http://schemas.microsoft.com/office/drawing/2014/main" id="{F7B307BE-EA2F-615A-1201-BDE948BC6950}"/>
              </a:ext>
            </a:extLst>
          </p:cNvPr>
          <p:cNvSpPr txBox="1"/>
          <p:nvPr/>
        </p:nvSpPr>
        <p:spPr>
          <a:xfrm>
            <a:off x="811109" y="642852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249" name="Text 22">
            <a:extLst>
              <a:ext uri="{FF2B5EF4-FFF2-40B4-BE49-F238E27FC236}">
                <a16:creationId xmlns:a16="http://schemas.microsoft.com/office/drawing/2014/main" id="{F63A8F09-5FD4-D2AA-0AEA-A6C313E610F2}"/>
              </a:ext>
            </a:extLst>
          </p:cNvPr>
          <p:cNvSpPr txBox="1"/>
          <p:nvPr/>
        </p:nvSpPr>
        <p:spPr>
          <a:xfrm>
            <a:off x="1387109" y="642852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250" name="Shape 23">
            <a:extLst>
              <a:ext uri="{FF2B5EF4-FFF2-40B4-BE49-F238E27FC236}">
                <a16:creationId xmlns:a16="http://schemas.microsoft.com/office/drawing/2014/main" id="{2463BDE5-D9EB-99F3-35B5-887A3172D7E6}"/>
              </a:ext>
            </a:extLst>
          </p:cNvPr>
          <p:cNvSpPr/>
          <p:nvPr/>
        </p:nvSpPr>
        <p:spPr>
          <a:xfrm>
            <a:off x="775109" y="6580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1" name="Text 24">
            <a:extLst>
              <a:ext uri="{FF2B5EF4-FFF2-40B4-BE49-F238E27FC236}">
                <a16:creationId xmlns:a16="http://schemas.microsoft.com/office/drawing/2014/main" id="{230109F8-8915-2A3E-5AB9-0787DD2036CA}"/>
              </a:ext>
            </a:extLst>
          </p:cNvPr>
          <p:cNvSpPr txBox="1"/>
          <p:nvPr/>
        </p:nvSpPr>
        <p:spPr>
          <a:xfrm>
            <a:off x="811109" y="6612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252" name="Text 25">
            <a:extLst>
              <a:ext uri="{FF2B5EF4-FFF2-40B4-BE49-F238E27FC236}">
                <a16:creationId xmlns:a16="http://schemas.microsoft.com/office/drawing/2014/main" id="{EEF3A535-A23E-B7B4-5121-AF41910F4666}"/>
              </a:ext>
            </a:extLst>
          </p:cNvPr>
          <p:cNvSpPr txBox="1"/>
          <p:nvPr/>
        </p:nvSpPr>
        <p:spPr>
          <a:xfrm>
            <a:off x="1387109" y="6612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253" name="Text 26">
            <a:extLst>
              <a:ext uri="{FF2B5EF4-FFF2-40B4-BE49-F238E27FC236}">
                <a16:creationId xmlns:a16="http://schemas.microsoft.com/office/drawing/2014/main" id="{01B9B4BD-91CA-2D72-CD7E-7F64A7567514}"/>
              </a:ext>
            </a:extLst>
          </p:cNvPr>
          <p:cNvSpPr txBox="1"/>
          <p:nvPr/>
        </p:nvSpPr>
        <p:spPr>
          <a:xfrm>
            <a:off x="1387109" y="6714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254" name="Shape 27">
            <a:extLst>
              <a:ext uri="{FF2B5EF4-FFF2-40B4-BE49-F238E27FC236}">
                <a16:creationId xmlns:a16="http://schemas.microsoft.com/office/drawing/2014/main" id="{8D0A3E8D-3F35-4BAF-8CB4-6C09E204058D}"/>
              </a:ext>
            </a:extLst>
          </p:cNvPr>
          <p:cNvSpPr/>
          <p:nvPr/>
        </p:nvSpPr>
        <p:spPr>
          <a:xfrm>
            <a:off x="775109" y="6889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5" name="Text 28">
            <a:extLst>
              <a:ext uri="{FF2B5EF4-FFF2-40B4-BE49-F238E27FC236}">
                <a16:creationId xmlns:a16="http://schemas.microsoft.com/office/drawing/2014/main" id="{4EA29A90-1195-6E58-6887-40734CB24E64}"/>
              </a:ext>
            </a:extLst>
          </p:cNvPr>
          <p:cNvSpPr txBox="1"/>
          <p:nvPr/>
        </p:nvSpPr>
        <p:spPr>
          <a:xfrm>
            <a:off x="811109" y="6921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256" name="Text 29">
            <a:extLst>
              <a:ext uri="{FF2B5EF4-FFF2-40B4-BE49-F238E27FC236}">
                <a16:creationId xmlns:a16="http://schemas.microsoft.com/office/drawing/2014/main" id="{CA5F25C2-1BC4-7196-4F44-38A2090BFB50}"/>
              </a:ext>
            </a:extLst>
          </p:cNvPr>
          <p:cNvSpPr txBox="1"/>
          <p:nvPr/>
        </p:nvSpPr>
        <p:spPr>
          <a:xfrm>
            <a:off x="1387109" y="6921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257" name="Text 30">
            <a:extLst>
              <a:ext uri="{FF2B5EF4-FFF2-40B4-BE49-F238E27FC236}">
                <a16:creationId xmlns:a16="http://schemas.microsoft.com/office/drawing/2014/main" id="{12F60CFD-509B-2A9E-42CB-3DC7D0B93A00}"/>
              </a:ext>
            </a:extLst>
          </p:cNvPr>
          <p:cNvSpPr txBox="1"/>
          <p:nvPr/>
        </p:nvSpPr>
        <p:spPr>
          <a:xfrm>
            <a:off x="1387109" y="70228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258" name="Shape 31">
            <a:extLst>
              <a:ext uri="{FF2B5EF4-FFF2-40B4-BE49-F238E27FC236}">
                <a16:creationId xmlns:a16="http://schemas.microsoft.com/office/drawing/2014/main" id="{315FD9D3-096E-04C1-D3D7-945AEA6ECE69}"/>
              </a:ext>
            </a:extLst>
          </p:cNvPr>
          <p:cNvSpPr/>
          <p:nvPr/>
        </p:nvSpPr>
        <p:spPr>
          <a:xfrm>
            <a:off x="775109" y="7130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9" name="Text 32">
            <a:extLst>
              <a:ext uri="{FF2B5EF4-FFF2-40B4-BE49-F238E27FC236}">
                <a16:creationId xmlns:a16="http://schemas.microsoft.com/office/drawing/2014/main" id="{E1236286-6EC4-1A6B-0D0D-0734CDD0B1E9}"/>
              </a:ext>
            </a:extLst>
          </p:cNvPr>
          <p:cNvSpPr txBox="1"/>
          <p:nvPr/>
        </p:nvSpPr>
        <p:spPr>
          <a:xfrm>
            <a:off x="811109" y="7162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260" name="Text 33">
            <a:extLst>
              <a:ext uri="{FF2B5EF4-FFF2-40B4-BE49-F238E27FC236}">
                <a16:creationId xmlns:a16="http://schemas.microsoft.com/office/drawing/2014/main" id="{4C656902-6A2A-33A9-EE19-3685408348FC}"/>
              </a:ext>
            </a:extLst>
          </p:cNvPr>
          <p:cNvSpPr txBox="1"/>
          <p:nvPr/>
        </p:nvSpPr>
        <p:spPr>
          <a:xfrm>
            <a:off x="1387109" y="7162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261" name="Text 34">
            <a:extLst>
              <a:ext uri="{FF2B5EF4-FFF2-40B4-BE49-F238E27FC236}">
                <a16:creationId xmlns:a16="http://schemas.microsoft.com/office/drawing/2014/main" id="{D38D2E7C-C648-5EB0-1CAB-5ADF75FCA370}"/>
              </a:ext>
            </a:extLst>
          </p:cNvPr>
          <p:cNvSpPr txBox="1"/>
          <p:nvPr/>
        </p:nvSpPr>
        <p:spPr>
          <a:xfrm>
            <a:off x="1387109" y="72640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262" name="Shape 35">
            <a:extLst>
              <a:ext uri="{FF2B5EF4-FFF2-40B4-BE49-F238E27FC236}">
                <a16:creationId xmlns:a16="http://schemas.microsoft.com/office/drawing/2014/main" id="{74ECEEF5-CF83-0BD3-54AA-574E3EA3D1E4}"/>
              </a:ext>
            </a:extLst>
          </p:cNvPr>
          <p:cNvSpPr/>
          <p:nvPr/>
        </p:nvSpPr>
        <p:spPr>
          <a:xfrm>
            <a:off x="775109" y="73713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63" name="Text 36">
            <a:extLst>
              <a:ext uri="{FF2B5EF4-FFF2-40B4-BE49-F238E27FC236}">
                <a16:creationId xmlns:a16="http://schemas.microsoft.com/office/drawing/2014/main" id="{AB51F58F-00F9-CFD7-1105-7489B48D7D03}"/>
              </a:ext>
            </a:extLst>
          </p:cNvPr>
          <p:cNvSpPr txBox="1"/>
          <p:nvPr/>
        </p:nvSpPr>
        <p:spPr>
          <a:xfrm>
            <a:off x="811109" y="74037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264" name="Text 37">
            <a:extLst>
              <a:ext uri="{FF2B5EF4-FFF2-40B4-BE49-F238E27FC236}">
                <a16:creationId xmlns:a16="http://schemas.microsoft.com/office/drawing/2014/main" id="{A322868D-04A5-3C01-FF99-A2B8F678FA36}"/>
              </a:ext>
            </a:extLst>
          </p:cNvPr>
          <p:cNvSpPr txBox="1"/>
          <p:nvPr/>
        </p:nvSpPr>
        <p:spPr>
          <a:xfrm>
            <a:off x="1387109" y="74037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265" name="Text 38">
            <a:extLst>
              <a:ext uri="{FF2B5EF4-FFF2-40B4-BE49-F238E27FC236}">
                <a16:creationId xmlns:a16="http://schemas.microsoft.com/office/drawing/2014/main" id="{C3029712-DCD9-FFDB-7AAA-3FE67F8EDB8F}"/>
              </a:ext>
            </a:extLst>
          </p:cNvPr>
          <p:cNvSpPr txBox="1"/>
          <p:nvPr/>
        </p:nvSpPr>
        <p:spPr>
          <a:xfrm>
            <a:off x="1387109" y="750528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266" name="Shape 39">
            <a:extLst>
              <a:ext uri="{FF2B5EF4-FFF2-40B4-BE49-F238E27FC236}">
                <a16:creationId xmlns:a16="http://schemas.microsoft.com/office/drawing/2014/main" id="{7DD06580-8028-784E-1B81-86B04C658583}"/>
              </a:ext>
            </a:extLst>
          </p:cNvPr>
          <p:cNvSpPr/>
          <p:nvPr/>
        </p:nvSpPr>
        <p:spPr>
          <a:xfrm>
            <a:off x="775109" y="768024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67" name="Text 40">
            <a:extLst>
              <a:ext uri="{FF2B5EF4-FFF2-40B4-BE49-F238E27FC236}">
                <a16:creationId xmlns:a16="http://schemas.microsoft.com/office/drawing/2014/main" id="{EC5993CB-2CBA-8650-51A6-E300140519DB}"/>
              </a:ext>
            </a:extLst>
          </p:cNvPr>
          <p:cNvSpPr txBox="1"/>
          <p:nvPr/>
        </p:nvSpPr>
        <p:spPr>
          <a:xfrm>
            <a:off x="811109" y="768024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268" name="Text 41">
            <a:extLst>
              <a:ext uri="{FF2B5EF4-FFF2-40B4-BE49-F238E27FC236}">
                <a16:creationId xmlns:a16="http://schemas.microsoft.com/office/drawing/2014/main" id="{DF0CBE23-4E02-ACCD-0874-1A613F1B1932}"/>
              </a:ext>
            </a:extLst>
          </p:cNvPr>
          <p:cNvSpPr txBox="1"/>
          <p:nvPr/>
        </p:nvSpPr>
        <p:spPr>
          <a:xfrm>
            <a:off x="1387109" y="768024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269" name="Shape 42">
            <a:extLst>
              <a:ext uri="{FF2B5EF4-FFF2-40B4-BE49-F238E27FC236}">
                <a16:creationId xmlns:a16="http://schemas.microsoft.com/office/drawing/2014/main" id="{C2453BF3-2476-F94C-1705-308B41171A3B}"/>
              </a:ext>
            </a:extLst>
          </p:cNvPr>
          <p:cNvSpPr/>
          <p:nvPr/>
        </p:nvSpPr>
        <p:spPr>
          <a:xfrm>
            <a:off x="775109" y="7832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0" name="Text 43">
            <a:extLst>
              <a:ext uri="{FF2B5EF4-FFF2-40B4-BE49-F238E27FC236}">
                <a16:creationId xmlns:a16="http://schemas.microsoft.com/office/drawing/2014/main" id="{3A91FE32-2636-8145-1ED5-3C657897C068}"/>
              </a:ext>
            </a:extLst>
          </p:cNvPr>
          <p:cNvSpPr txBox="1"/>
          <p:nvPr/>
        </p:nvSpPr>
        <p:spPr>
          <a:xfrm>
            <a:off x="811109" y="7864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271" name="Text 44">
            <a:extLst>
              <a:ext uri="{FF2B5EF4-FFF2-40B4-BE49-F238E27FC236}">
                <a16:creationId xmlns:a16="http://schemas.microsoft.com/office/drawing/2014/main" id="{B5B9A374-4EE5-B7E5-DAB3-014D2C269C86}"/>
              </a:ext>
            </a:extLst>
          </p:cNvPr>
          <p:cNvSpPr txBox="1"/>
          <p:nvPr/>
        </p:nvSpPr>
        <p:spPr>
          <a:xfrm>
            <a:off x="1387109" y="7864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272" name="Text 45">
            <a:extLst>
              <a:ext uri="{FF2B5EF4-FFF2-40B4-BE49-F238E27FC236}">
                <a16:creationId xmlns:a16="http://schemas.microsoft.com/office/drawing/2014/main" id="{75E42B22-648C-B11B-04ED-27161DE4317F}"/>
              </a:ext>
            </a:extLst>
          </p:cNvPr>
          <p:cNvSpPr txBox="1"/>
          <p:nvPr/>
        </p:nvSpPr>
        <p:spPr>
          <a:xfrm>
            <a:off x="1387109" y="796572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273" name="Shape 46">
            <a:extLst>
              <a:ext uri="{FF2B5EF4-FFF2-40B4-BE49-F238E27FC236}">
                <a16:creationId xmlns:a16="http://schemas.microsoft.com/office/drawing/2014/main" id="{E43D3B5E-59EE-BBBA-7D17-E67C61343D15}"/>
              </a:ext>
            </a:extLst>
          </p:cNvPr>
          <p:cNvSpPr/>
          <p:nvPr/>
        </p:nvSpPr>
        <p:spPr>
          <a:xfrm>
            <a:off x="775109" y="80730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4" name="Text 47">
            <a:extLst>
              <a:ext uri="{FF2B5EF4-FFF2-40B4-BE49-F238E27FC236}">
                <a16:creationId xmlns:a16="http://schemas.microsoft.com/office/drawing/2014/main" id="{B683F208-20C2-45C6-9879-CBE714274CC1}"/>
              </a:ext>
            </a:extLst>
          </p:cNvPr>
          <p:cNvSpPr txBox="1"/>
          <p:nvPr/>
        </p:nvSpPr>
        <p:spPr>
          <a:xfrm>
            <a:off x="811109" y="81054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275" name="Text 48">
            <a:extLst>
              <a:ext uri="{FF2B5EF4-FFF2-40B4-BE49-F238E27FC236}">
                <a16:creationId xmlns:a16="http://schemas.microsoft.com/office/drawing/2014/main" id="{BEB3ABF7-6DA9-2FE9-6A64-351AECA31A96}"/>
              </a:ext>
            </a:extLst>
          </p:cNvPr>
          <p:cNvSpPr txBox="1"/>
          <p:nvPr/>
        </p:nvSpPr>
        <p:spPr>
          <a:xfrm>
            <a:off x="1387109" y="81054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276" name="Text 49">
            <a:extLst>
              <a:ext uri="{FF2B5EF4-FFF2-40B4-BE49-F238E27FC236}">
                <a16:creationId xmlns:a16="http://schemas.microsoft.com/office/drawing/2014/main" id="{7C845A18-457E-2D11-6EE8-38E7132320BD}"/>
              </a:ext>
            </a:extLst>
          </p:cNvPr>
          <p:cNvSpPr txBox="1"/>
          <p:nvPr/>
        </p:nvSpPr>
        <p:spPr>
          <a:xfrm>
            <a:off x="1387109" y="820692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277" name="Shape 50">
            <a:extLst>
              <a:ext uri="{FF2B5EF4-FFF2-40B4-BE49-F238E27FC236}">
                <a16:creationId xmlns:a16="http://schemas.microsoft.com/office/drawing/2014/main" id="{301A73B5-702F-D498-A1EB-E69A4938BC28}"/>
              </a:ext>
            </a:extLst>
          </p:cNvPr>
          <p:cNvSpPr/>
          <p:nvPr/>
        </p:nvSpPr>
        <p:spPr>
          <a:xfrm>
            <a:off x="775109" y="8382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8" name="Text 51">
            <a:extLst>
              <a:ext uri="{FF2B5EF4-FFF2-40B4-BE49-F238E27FC236}">
                <a16:creationId xmlns:a16="http://schemas.microsoft.com/office/drawing/2014/main" id="{BA41F521-5B4D-8950-A8C7-FE257526AEE4}"/>
              </a:ext>
            </a:extLst>
          </p:cNvPr>
          <p:cNvSpPr txBox="1"/>
          <p:nvPr/>
        </p:nvSpPr>
        <p:spPr>
          <a:xfrm>
            <a:off x="811109" y="8414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279" name="Text 52">
            <a:extLst>
              <a:ext uri="{FF2B5EF4-FFF2-40B4-BE49-F238E27FC236}">
                <a16:creationId xmlns:a16="http://schemas.microsoft.com/office/drawing/2014/main" id="{7002FBA7-030A-F8D5-8682-8445D96856C4}"/>
              </a:ext>
            </a:extLst>
          </p:cNvPr>
          <p:cNvSpPr txBox="1"/>
          <p:nvPr/>
        </p:nvSpPr>
        <p:spPr>
          <a:xfrm>
            <a:off x="1387109" y="8414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280" name="Text 53">
            <a:extLst>
              <a:ext uri="{FF2B5EF4-FFF2-40B4-BE49-F238E27FC236}">
                <a16:creationId xmlns:a16="http://schemas.microsoft.com/office/drawing/2014/main" id="{931439F3-7E6B-693F-B945-5C13E51BDF38}"/>
              </a:ext>
            </a:extLst>
          </p:cNvPr>
          <p:cNvSpPr txBox="1"/>
          <p:nvPr/>
        </p:nvSpPr>
        <p:spPr>
          <a:xfrm>
            <a:off x="1387109" y="851580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281" name="Shape 54">
            <a:extLst>
              <a:ext uri="{FF2B5EF4-FFF2-40B4-BE49-F238E27FC236}">
                <a16:creationId xmlns:a16="http://schemas.microsoft.com/office/drawing/2014/main" id="{D0C393F7-4494-F496-E7D3-324CC7AB2218}"/>
              </a:ext>
            </a:extLst>
          </p:cNvPr>
          <p:cNvSpPr/>
          <p:nvPr/>
        </p:nvSpPr>
        <p:spPr>
          <a:xfrm>
            <a:off x="775109" y="8623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82" name="Text 55">
            <a:extLst>
              <a:ext uri="{FF2B5EF4-FFF2-40B4-BE49-F238E27FC236}">
                <a16:creationId xmlns:a16="http://schemas.microsoft.com/office/drawing/2014/main" id="{13D4A459-A697-A53E-0A78-74BFF3E5AA4C}"/>
              </a:ext>
            </a:extLst>
          </p:cNvPr>
          <p:cNvSpPr txBox="1"/>
          <p:nvPr/>
        </p:nvSpPr>
        <p:spPr>
          <a:xfrm>
            <a:off x="811109" y="8655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283" name="Text 56">
            <a:extLst>
              <a:ext uri="{FF2B5EF4-FFF2-40B4-BE49-F238E27FC236}">
                <a16:creationId xmlns:a16="http://schemas.microsoft.com/office/drawing/2014/main" id="{4A5EC050-5407-FB3C-EF26-8D4F4E696A9B}"/>
              </a:ext>
            </a:extLst>
          </p:cNvPr>
          <p:cNvSpPr txBox="1"/>
          <p:nvPr/>
        </p:nvSpPr>
        <p:spPr>
          <a:xfrm>
            <a:off x="1387109" y="8655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284" name="Text 57">
            <a:extLst>
              <a:ext uri="{FF2B5EF4-FFF2-40B4-BE49-F238E27FC236}">
                <a16:creationId xmlns:a16="http://schemas.microsoft.com/office/drawing/2014/main" id="{66B81133-D616-DBAE-24E2-D397F34D7923}"/>
              </a:ext>
            </a:extLst>
          </p:cNvPr>
          <p:cNvSpPr txBox="1"/>
          <p:nvPr/>
        </p:nvSpPr>
        <p:spPr>
          <a:xfrm>
            <a:off x="1387109" y="8757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285" name="Shape 58">
            <a:extLst>
              <a:ext uri="{FF2B5EF4-FFF2-40B4-BE49-F238E27FC236}">
                <a16:creationId xmlns:a16="http://schemas.microsoft.com/office/drawing/2014/main" id="{00EA25B0-AB44-931A-B0CF-9DD86ADFDDF8}"/>
              </a:ext>
            </a:extLst>
          </p:cNvPr>
          <p:cNvSpPr/>
          <p:nvPr/>
        </p:nvSpPr>
        <p:spPr>
          <a:xfrm>
            <a:off x="775109" y="893196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86" name="Text 59">
            <a:extLst>
              <a:ext uri="{FF2B5EF4-FFF2-40B4-BE49-F238E27FC236}">
                <a16:creationId xmlns:a16="http://schemas.microsoft.com/office/drawing/2014/main" id="{B9405BAD-37B9-F7D9-8CFF-3CB05C81C3D3}"/>
              </a:ext>
            </a:extLst>
          </p:cNvPr>
          <p:cNvSpPr txBox="1"/>
          <p:nvPr/>
        </p:nvSpPr>
        <p:spPr>
          <a:xfrm>
            <a:off x="811109" y="893196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287" name="Text 60">
            <a:extLst>
              <a:ext uri="{FF2B5EF4-FFF2-40B4-BE49-F238E27FC236}">
                <a16:creationId xmlns:a16="http://schemas.microsoft.com/office/drawing/2014/main" id="{8C9B6322-F7BB-406A-5096-9506AF51D90C}"/>
              </a:ext>
            </a:extLst>
          </p:cNvPr>
          <p:cNvSpPr txBox="1"/>
          <p:nvPr/>
        </p:nvSpPr>
        <p:spPr>
          <a:xfrm>
            <a:off x="1387109" y="893196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288" name="Shape 61">
            <a:extLst>
              <a:ext uri="{FF2B5EF4-FFF2-40B4-BE49-F238E27FC236}">
                <a16:creationId xmlns:a16="http://schemas.microsoft.com/office/drawing/2014/main" id="{8F5C7F3D-D197-988E-C7E6-601FCB4EAB2E}"/>
              </a:ext>
            </a:extLst>
          </p:cNvPr>
          <p:cNvSpPr/>
          <p:nvPr/>
        </p:nvSpPr>
        <p:spPr>
          <a:xfrm>
            <a:off x="775109" y="9148686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289" name="Text 63">
            <a:extLst>
              <a:ext uri="{FF2B5EF4-FFF2-40B4-BE49-F238E27FC236}">
                <a16:creationId xmlns:a16="http://schemas.microsoft.com/office/drawing/2014/main" id="{CEC96943-9899-3AF0-04A0-DD151E6C5503}"/>
              </a:ext>
            </a:extLst>
          </p:cNvPr>
          <p:cNvSpPr txBox="1"/>
          <p:nvPr/>
        </p:nvSpPr>
        <p:spPr>
          <a:xfrm>
            <a:off x="775109" y="9240486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290" name="Shape 0">
            <a:extLst>
              <a:ext uri="{FF2B5EF4-FFF2-40B4-BE49-F238E27FC236}">
                <a16:creationId xmlns:a16="http://schemas.microsoft.com/office/drawing/2014/main" id="{A2B1D0AC-65DC-7A9B-74DC-7ED45ABA40CD}"/>
              </a:ext>
            </a:extLst>
          </p:cNvPr>
          <p:cNvSpPr/>
          <p:nvPr/>
        </p:nvSpPr>
        <p:spPr>
          <a:xfrm>
            <a:off x="3789692" y="5046486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291" name="Shape 1">
            <a:extLst>
              <a:ext uri="{FF2B5EF4-FFF2-40B4-BE49-F238E27FC236}">
                <a16:creationId xmlns:a16="http://schemas.microsoft.com/office/drawing/2014/main" id="{53ACF291-0CF0-8522-D453-B0E9F658A913}"/>
              </a:ext>
            </a:extLst>
          </p:cNvPr>
          <p:cNvSpPr/>
          <p:nvPr/>
        </p:nvSpPr>
        <p:spPr>
          <a:xfrm>
            <a:off x="4023692" y="524448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92" name="Text 2">
            <a:extLst>
              <a:ext uri="{FF2B5EF4-FFF2-40B4-BE49-F238E27FC236}">
                <a16:creationId xmlns:a16="http://schemas.microsoft.com/office/drawing/2014/main" id="{A3E5835C-4A5C-BCA8-2080-2F30227FB40F}"/>
              </a:ext>
            </a:extLst>
          </p:cNvPr>
          <p:cNvSpPr txBox="1"/>
          <p:nvPr/>
        </p:nvSpPr>
        <p:spPr>
          <a:xfrm>
            <a:off x="4059692" y="524448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293" name="Text 3">
            <a:extLst>
              <a:ext uri="{FF2B5EF4-FFF2-40B4-BE49-F238E27FC236}">
                <a16:creationId xmlns:a16="http://schemas.microsoft.com/office/drawing/2014/main" id="{DCEC99CF-E4FD-43D5-39D1-E02042F5C9AB}"/>
              </a:ext>
            </a:extLst>
          </p:cNvPr>
          <p:cNvSpPr txBox="1"/>
          <p:nvPr/>
        </p:nvSpPr>
        <p:spPr>
          <a:xfrm>
            <a:off x="4635692" y="524448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294" name="Shape 4">
            <a:extLst>
              <a:ext uri="{FF2B5EF4-FFF2-40B4-BE49-F238E27FC236}">
                <a16:creationId xmlns:a16="http://schemas.microsoft.com/office/drawing/2014/main" id="{FEF7B6D6-797F-12CD-2F1F-8227AF784700}"/>
              </a:ext>
            </a:extLst>
          </p:cNvPr>
          <p:cNvSpPr/>
          <p:nvPr/>
        </p:nvSpPr>
        <p:spPr>
          <a:xfrm>
            <a:off x="4023692" y="53964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95" name="Text 5">
            <a:extLst>
              <a:ext uri="{FF2B5EF4-FFF2-40B4-BE49-F238E27FC236}">
                <a16:creationId xmlns:a16="http://schemas.microsoft.com/office/drawing/2014/main" id="{B5BA1929-3924-A908-C7D0-EDAF342F5100}"/>
              </a:ext>
            </a:extLst>
          </p:cNvPr>
          <p:cNvSpPr txBox="1"/>
          <p:nvPr/>
        </p:nvSpPr>
        <p:spPr>
          <a:xfrm>
            <a:off x="4059692" y="54288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296" name="Text 6">
            <a:extLst>
              <a:ext uri="{FF2B5EF4-FFF2-40B4-BE49-F238E27FC236}">
                <a16:creationId xmlns:a16="http://schemas.microsoft.com/office/drawing/2014/main" id="{30B645B3-4337-88F3-D53A-81F6E8215933}"/>
              </a:ext>
            </a:extLst>
          </p:cNvPr>
          <p:cNvSpPr txBox="1"/>
          <p:nvPr/>
        </p:nvSpPr>
        <p:spPr>
          <a:xfrm>
            <a:off x="4635692" y="54288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297" name="Text 7">
            <a:extLst>
              <a:ext uri="{FF2B5EF4-FFF2-40B4-BE49-F238E27FC236}">
                <a16:creationId xmlns:a16="http://schemas.microsoft.com/office/drawing/2014/main" id="{521273A8-1255-F712-A2AC-A3507F60F956}"/>
              </a:ext>
            </a:extLst>
          </p:cNvPr>
          <p:cNvSpPr txBox="1"/>
          <p:nvPr/>
        </p:nvSpPr>
        <p:spPr>
          <a:xfrm>
            <a:off x="4635692" y="55299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298" name="Shape 8">
            <a:extLst>
              <a:ext uri="{FF2B5EF4-FFF2-40B4-BE49-F238E27FC236}">
                <a16:creationId xmlns:a16="http://schemas.microsoft.com/office/drawing/2014/main" id="{3CAFF113-A45A-2006-89B8-F871D6E37673}"/>
              </a:ext>
            </a:extLst>
          </p:cNvPr>
          <p:cNvSpPr/>
          <p:nvPr/>
        </p:nvSpPr>
        <p:spPr>
          <a:xfrm>
            <a:off x="4023692" y="5637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99" name="Text 9">
            <a:extLst>
              <a:ext uri="{FF2B5EF4-FFF2-40B4-BE49-F238E27FC236}">
                <a16:creationId xmlns:a16="http://schemas.microsoft.com/office/drawing/2014/main" id="{81D60B23-BAA1-E87A-38D9-FD6165A2D86F}"/>
              </a:ext>
            </a:extLst>
          </p:cNvPr>
          <p:cNvSpPr txBox="1"/>
          <p:nvPr/>
        </p:nvSpPr>
        <p:spPr>
          <a:xfrm>
            <a:off x="4059692" y="5669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300" name="Text 10">
            <a:extLst>
              <a:ext uri="{FF2B5EF4-FFF2-40B4-BE49-F238E27FC236}">
                <a16:creationId xmlns:a16="http://schemas.microsoft.com/office/drawing/2014/main" id="{FBD45909-8876-7F00-3D09-C55A4FF9E9E9}"/>
              </a:ext>
            </a:extLst>
          </p:cNvPr>
          <p:cNvSpPr txBox="1"/>
          <p:nvPr/>
        </p:nvSpPr>
        <p:spPr>
          <a:xfrm>
            <a:off x="4635692" y="5669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301" name="Text 11">
            <a:extLst>
              <a:ext uri="{FF2B5EF4-FFF2-40B4-BE49-F238E27FC236}">
                <a16:creationId xmlns:a16="http://schemas.microsoft.com/office/drawing/2014/main" id="{B32C15DC-3C75-A0A1-DE5F-4559813CAA35}"/>
              </a:ext>
            </a:extLst>
          </p:cNvPr>
          <p:cNvSpPr txBox="1"/>
          <p:nvPr/>
        </p:nvSpPr>
        <p:spPr>
          <a:xfrm>
            <a:off x="4635692" y="57711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302" name="Shape 12">
            <a:extLst>
              <a:ext uri="{FF2B5EF4-FFF2-40B4-BE49-F238E27FC236}">
                <a16:creationId xmlns:a16="http://schemas.microsoft.com/office/drawing/2014/main" id="{521133F2-E005-F4E9-F28E-CAA5AB133E2D}"/>
              </a:ext>
            </a:extLst>
          </p:cNvPr>
          <p:cNvSpPr/>
          <p:nvPr/>
        </p:nvSpPr>
        <p:spPr>
          <a:xfrm>
            <a:off x="4023692" y="58784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03" name="Text 13">
            <a:extLst>
              <a:ext uri="{FF2B5EF4-FFF2-40B4-BE49-F238E27FC236}">
                <a16:creationId xmlns:a16="http://schemas.microsoft.com/office/drawing/2014/main" id="{DC1D6E3E-31E9-2B85-0D2A-3080EE1DF285}"/>
              </a:ext>
            </a:extLst>
          </p:cNvPr>
          <p:cNvSpPr txBox="1"/>
          <p:nvPr/>
        </p:nvSpPr>
        <p:spPr>
          <a:xfrm>
            <a:off x="4059692" y="59108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304" name="Text 14">
            <a:extLst>
              <a:ext uri="{FF2B5EF4-FFF2-40B4-BE49-F238E27FC236}">
                <a16:creationId xmlns:a16="http://schemas.microsoft.com/office/drawing/2014/main" id="{8F3A891F-834F-360B-FF3D-0E185E0E2D6D}"/>
              </a:ext>
            </a:extLst>
          </p:cNvPr>
          <p:cNvSpPr txBox="1"/>
          <p:nvPr/>
        </p:nvSpPr>
        <p:spPr>
          <a:xfrm>
            <a:off x="4635692" y="59108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305" name="Text 15">
            <a:extLst>
              <a:ext uri="{FF2B5EF4-FFF2-40B4-BE49-F238E27FC236}">
                <a16:creationId xmlns:a16="http://schemas.microsoft.com/office/drawing/2014/main" id="{1AE7A30B-AD72-9DCD-B712-48C7B9E1E2C4}"/>
              </a:ext>
            </a:extLst>
          </p:cNvPr>
          <p:cNvSpPr txBox="1"/>
          <p:nvPr/>
        </p:nvSpPr>
        <p:spPr>
          <a:xfrm>
            <a:off x="4635692" y="601236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306" name="Shape 16">
            <a:extLst>
              <a:ext uri="{FF2B5EF4-FFF2-40B4-BE49-F238E27FC236}">
                <a16:creationId xmlns:a16="http://schemas.microsoft.com/office/drawing/2014/main" id="{54212A65-9A25-4EA4-6E36-D08A1B7232FB}"/>
              </a:ext>
            </a:extLst>
          </p:cNvPr>
          <p:cNvSpPr/>
          <p:nvPr/>
        </p:nvSpPr>
        <p:spPr>
          <a:xfrm>
            <a:off x="4023692" y="6187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07" name="Text 17">
            <a:extLst>
              <a:ext uri="{FF2B5EF4-FFF2-40B4-BE49-F238E27FC236}">
                <a16:creationId xmlns:a16="http://schemas.microsoft.com/office/drawing/2014/main" id="{76C0A7EF-E7E6-F4BB-639D-40DEE1E5E025}"/>
              </a:ext>
            </a:extLst>
          </p:cNvPr>
          <p:cNvSpPr txBox="1"/>
          <p:nvPr/>
        </p:nvSpPr>
        <p:spPr>
          <a:xfrm>
            <a:off x="4059692" y="6219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308" name="Text 18">
            <a:extLst>
              <a:ext uri="{FF2B5EF4-FFF2-40B4-BE49-F238E27FC236}">
                <a16:creationId xmlns:a16="http://schemas.microsoft.com/office/drawing/2014/main" id="{76D89B6A-0083-4746-F863-8E28E8EB2F36}"/>
              </a:ext>
            </a:extLst>
          </p:cNvPr>
          <p:cNvSpPr txBox="1"/>
          <p:nvPr/>
        </p:nvSpPr>
        <p:spPr>
          <a:xfrm>
            <a:off x="4635692" y="6219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309" name="Text 19">
            <a:extLst>
              <a:ext uri="{FF2B5EF4-FFF2-40B4-BE49-F238E27FC236}">
                <a16:creationId xmlns:a16="http://schemas.microsoft.com/office/drawing/2014/main" id="{577BA77D-191F-07FF-046B-9A791ADB7A10}"/>
              </a:ext>
            </a:extLst>
          </p:cNvPr>
          <p:cNvSpPr txBox="1"/>
          <p:nvPr/>
        </p:nvSpPr>
        <p:spPr>
          <a:xfrm>
            <a:off x="4635692" y="632124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310" name="Shape 20">
            <a:extLst>
              <a:ext uri="{FF2B5EF4-FFF2-40B4-BE49-F238E27FC236}">
                <a16:creationId xmlns:a16="http://schemas.microsoft.com/office/drawing/2014/main" id="{212DCACD-66A7-6091-120E-42E833C2F861}"/>
              </a:ext>
            </a:extLst>
          </p:cNvPr>
          <p:cNvSpPr/>
          <p:nvPr/>
        </p:nvSpPr>
        <p:spPr>
          <a:xfrm>
            <a:off x="4023692" y="642852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11" name="Text 21">
            <a:extLst>
              <a:ext uri="{FF2B5EF4-FFF2-40B4-BE49-F238E27FC236}">
                <a16:creationId xmlns:a16="http://schemas.microsoft.com/office/drawing/2014/main" id="{4533DB6C-4E7B-E04E-5EBD-ECB14F17383D}"/>
              </a:ext>
            </a:extLst>
          </p:cNvPr>
          <p:cNvSpPr txBox="1"/>
          <p:nvPr/>
        </p:nvSpPr>
        <p:spPr>
          <a:xfrm>
            <a:off x="4059692" y="642852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312" name="Text 22">
            <a:extLst>
              <a:ext uri="{FF2B5EF4-FFF2-40B4-BE49-F238E27FC236}">
                <a16:creationId xmlns:a16="http://schemas.microsoft.com/office/drawing/2014/main" id="{FFE2451A-0723-3694-5D70-691BAE265BCA}"/>
              </a:ext>
            </a:extLst>
          </p:cNvPr>
          <p:cNvSpPr txBox="1"/>
          <p:nvPr/>
        </p:nvSpPr>
        <p:spPr>
          <a:xfrm>
            <a:off x="4635692" y="642852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313" name="Shape 23">
            <a:extLst>
              <a:ext uri="{FF2B5EF4-FFF2-40B4-BE49-F238E27FC236}">
                <a16:creationId xmlns:a16="http://schemas.microsoft.com/office/drawing/2014/main" id="{FF8872AA-06A9-8816-DA58-231D817914CA}"/>
              </a:ext>
            </a:extLst>
          </p:cNvPr>
          <p:cNvSpPr/>
          <p:nvPr/>
        </p:nvSpPr>
        <p:spPr>
          <a:xfrm>
            <a:off x="4023692" y="6580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14" name="Text 24">
            <a:extLst>
              <a:ext uri="{FF2B5EF4-FFF2-40B4-BE49-F238E27FC236}">
                <a16:creationId xmlns:a16="http://schemas.microsoft.com/office/drawing/2014/main" id="{049A67E5-F21E-CA1D-A315-D4AA511C00C6}"/>
              </a:ext>
            </a:extLst>
          </p:cNvPr>
          <p:cNvSpPr txBox="1"/>
          <p:nvPr/>
        </p:nvSpPr>
        <p:spPr>
          <a:xfrm>
            <a:off x="4059692" y="6612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315" name="Text 25">
            <a:extLst>
              <a:ext uri="{FF2B5EF4-FFF2-40B4-BE49-F238E27FC236}">
                <a16:creationId xmlns:a16="http://schemas.microsoft.com/office/drawing/2014/main" id="{5BD45561-33F2-CB31-CB27-EE81E5772081}"/>
              </a:ext>
            </a:extLst>
          </p:cNvPr>
          <p:cNvSpPr txBox="1"/>
          <p:nvPr/>
        </p:nvSpPr>
        <p:spPr>
          <a:xfrm>
            <a:off x="4635692" y="6612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316" name="Text 26">
            <a:extLst>
              <a:ext uri="{FF2B5EF4-FFF2-40B4-BE49-F238E27FC236}">
                <a16:creationId xmlns:a16="http://schemas.microsoft.com/office/drawing/2014/main" id="{3518F4D0-9F65-6AB2-0777-CA1E6AD85D39}"/>
              </a:ext>
            </a:extLst>
          </p:cNvPr>
          <p:cNvSpPr txBox="1"/>
          <p:nvPr/>
        </p:nvSpPr>
        <p:spPr>
          <a:xfrm>
            <a:off x="4635692" y="6714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317" name="Shape 27">
            <a:extLst>
              <a:ext uri="{FF2B5EF4-FFF2-40B4-BE49-F238E27FC236}">
                <a16:creationId xmlns:a16="http://schemas.microsoft.com/office/drawing/2014/main" id="{FA587B74-E0F0-8948-0E02-FCC2406FD90D}"/>
              </a:ext>
            </a:extLst>
          </p:cNvPr>
          <p:cNvSpPr/>
          <p:nvPr/>
        </p:nvSpPr>
        <p:spPr>
          <a:xfrm>
            <a:off x="4023692" y="6889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18" name="Text 28">
            <a:extLst>
              <a:ext uri="{FF2B5EF4-FFF2-40B4-BE49-F238E27FC236}">
                <a16:creationId xmlns:a16="http://schemas.microsoft.com/office/drawing/2014/main" id="{6B27F3FC-5A4D-B75E-E3FA-A7C5015BD246}"/>
              </a:ext>
            </a:extLst>
          </p:cNvPr>
          <p:cNvSpPr txBox="1"/>
          <p:nvPr/>
        </p:nvSpPr>
        <p:spPr>
          <a:xfrm>
            <a:off x="4059692" y="6921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319" name="Text 29">
            <a:extLst>
              <a:ext uri="{FF2B5EF4-FFF2-40B4-BE49-F238E27FC236}">
                <a16:creationId xmlns:a16="http://schemas.microsoft.com/office/drawing/2014/main" id="{E1EBA60E-647A-9B1F-0034-D89E4005D6A4}"/>
              </a:ext>
            </a:extLst>
          </p:cNvPr>
          <p:cNvSpPr txBox="1"/>
          <p:nvPr/>
        </p:nvSpPr>
        <p:spPr>
          <a:xfrm>
            <a:off x="4635692" y="6921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320" name="Text 30">
            <a:extLst>
              <a:ext uri="{FF2B5EF4-FFF2-40B4-BE49-F238E27FC236}">
                <a16:creationId xmlns:a16="http://schemas.microsoft.com/office/drawing/2014/main" id="{70EBEFE5-5115-3DD7-C1E3-5490CF6F025B}"/>
              </a:ext>
            </a:extLst>
          </p:cNvPr>
          <p:cNvSpPr txBox="1"/>
          <p:nvPr/>
        </p:nvSpPr>
        <p:spPr>
          <a:xfrm>
            <a:off x="4635692" y="70228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321" name="Shape 31">
            <a:extLst>
              <a:ext uri="{FF2B5EF4-FFF2-40B4-BE49-F238E27FC236}">
                <a16:creationId xmlns:a16="http://schemas.microsoft.com/office/drawing/2014/main" id="{18F1584E-B176-CA84-AF4B-4715EB4FBD4B}"/>
              </a:ext>
            </a:extLst>
          </p:cNvPr>
          <p:cNvSpPr/>
          <p:nvPr/>
        </p:nvSpPr>
        <p:spPr>
          <a:xfrm>
            <a:off x="4023692" y="7130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22" name="Text 32">
            <a:extLst>
              <a:ext uri="{FF2B5EF4-FFF2-40B4-BE49-F238E27FC236}">
                <a16:creationId xmlns:a16="http://schemas.microsoft.com/office/drawing/2014/main" id="{AC4308A4-A015-53BE-2C6F-CB7832FB89D6}"/>
              </a:ext>
            </a:extLst>
          </p:cNvPr>
          <p:cNvSpPr txBox="1"/>
          <p:nvPr/>
        </p:nvSpPr>
        <p:spPr>
          <a:xfrm>
            <a:off x="4059692" y="7162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323" name="Text 33">
            <a:extLst>
              <a:ext uri="{FF2B5EF4-FFF2-40B4-BE49-F238E27FC236}">
                <a16:creationId xmlns:a16="http://schemas.microsoft.com/office/drawing/2014/main" id="{C2DE709F-B1B8-F87B-A8C2-1061989097D1}"/>
              </a:ext>
            </a:extLst>
          </p:cNvPr>
          <p:cNvSpPr txBox="1"/>
          <p:nvPr/>
        </p:nvSpPr>
        <p:spPr>
          <a:xfrm>
            <a:off x="4635692" y="7162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324" name="Text 34">
            <a:extLst>
              <a:ext uri="{FF2B5EF4-FFF2-40B4-BE49-F238E27FC236}">
                <a16:creationId xmlns:a16="http://schemas.microsoft.com/office/drawing/2014/main" id="{BD7D2551-C664-F4B9-9987-6492D93B3403}"/>
              </a:ext>
            </a:extLst>
          </p:cNvPr>
          <p:cNvSpPr txBox="1"/>
          <p:nvPr/>
        </p:nvSpPr>
        <p:spPr>
          <a:xfrm>
            <a:off x="4635692" y="72640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325" name="Shape 35">
            <a:extLst>
              <a:ext uri="{FF2B5EF4-FFF2-40B4-BE49-F238E27FC236}">
                <a16:creationId xmlns:a16="http://schemas.microsoft.com/office/drawing/2014/main" id="{B20CF1E3-A6D0-E2F2-09F5-CA875E3DDAE6}"/>
              </a:ext>
            </a:extLst>
          </p:cNvPr>
          <p:cNvSpPr/>
          <p:nvPr/>
        </p:nvSpPr>
        <p:spPr>
          <a:xfrm>
            <a:off x="4023692" y="73713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26" name="Text 36">
            <a:extLst>
              <a:ext uri="{FF2B5EF4-FFF2-40B4-BE49-F238E27FC236}">
                <a16:creationId xmlns:a16="http://schemas.microsoft.com/office/drawing/2014/main" id="{C280C293-9A1B-99C9-A966-B09EF18AE0D4}"/>
              </a:ext>
            </a:extLst>
          </p:cNvPr>
          <p:cNvSpPr txBox="1"/>
          <p:nvPr/>
        </p:nvSpPr>
        <p:spPr>
          <a:xfrm>
            <a:off x="4059692" y="74037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327" name="Text 37">
            <a:extLst>
              <a:ext uri="{FF2B5EF4-FFF2-40B4-BE49-F238E27FC236}">
                <a16:creationId xmlns:a16="http://schemas.microsoft.com/office/drawing/2014/main" id="{C3ACE5DF-BC63-2FAD-2FD9-999023972985}"/>
              </a:ext>
            </a:extLst>
          </p:cNvPr>
          <p:cNvSpPr txBox="1"/>
          <p:nvPr/>
        </p:nvSpPr>
        <p:spPr>
          <a:xfrm>
            <a:off x="4635692" y="74037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328" name="Text 38">
            <a:extLst>
              <a:ext uri="{FF2B5EF4-FFF2-40B4-BE49-F238E27FC236}">
                <a16:creationId xmlns:a16="http://schemas.microsoft.com/office/drawing/2014/main" id="{4B8EBBA0-FA27-C00A-D122-E7B430B5AADB}"/>
              </a:ext>
            </a:extLst>
          </p:cNvPr>
          <p:cNvSpPr txBox="1"/>
          <p:nvPr/>
        </p:nvSpPr>
        <p:spPr>
          <a:xfrm>
            <a:off x="4635692" y="750528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329" name="Shape 39">
            <a:extLst>
              <a:ext uri="{FF2B5EF4-FFF2-40B4-BE49-F238E27FC236}">
                <a16:creationId xmlns:a16="http://schemas.microsoft.com/office/drawing/2014/main" id="{1B552038-6E35-3EE0-686C-B69DE899E65E}"/>
              </a:ext>
            </a:extLst>
          </p:cNvPr>
          <p:cNvSpPr/>
          <p:nvPr/>
        </p:nvSpPr>
        <p:spPr>
          <a:xfrm>
            <a:off x="4023692" y="768024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30" name="Text 40">
            <a:extLst>
              <a:ext uri="{FF2B5EF4-FFF2-40B4-BE49-F238E27FC236}">
                <a16:creationId xmlns:a16="http://schemas.microsoft.com/office/drawing/2014/main" id="{81137DE7-23A7-6B11-3147-201E5920A30B}"/>
              </a:ext>
            </a:extLst>
          </p:cNvPr>
          <p:cNvSpPr txBox="1"/>
          <p:nvPr/>
        </p:nvSpPr>
        <p:spPr>
          <a:xfrm>
            <a:off x="4059692" y="768024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331" name="Text 41">
            <a:extLst>
              <a:ext uri="{FF2B5EF4-FFF2-40B4-BE49-F238E27FC236}">
                <a16:creationId xmlns:a16="http://schemas.microsoft.com/office/drawing/2014/main" id="{F746AC0D-B7DC-9431-F87A-D110C1303C21}"/>
              </a:ext>
            </a:extLst>
          </p:cNvPr>
          <p:cNvSpPr txBox="1"/>
          <p:nvPr/>
        </p:nvSpPr>
        <p:spPr>
          <a:xfrm>
            <a:off x="4635692" y="768024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332" name="Shape 42">
            <a:extLst>
              <a:ext uri="{FF2B5EF4-FFF2-40B4-BE49-F238E27FC236}">
                <a16:creationId xmlns:a16="http://schemas.microsoft.com/office/drawing/2014/main" id="{9BC70E45-EF32-FDAA-CB33-17B054476E85}"/>
              </a:ext>
            </a:extLst>
          </p:cNvPr>
          <p:cNvSpPr/>
          <p:nvPr/>
        </p:nvSpPr>
        <p:spPr>
          <a:xfrm>
            <a:off x="4023692" y="7832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33" name="Text 43">
            <a:extLst>
              <a:ext uri="{FF2B5EF4-FFF2-40B4-BE49-F238E27FC236}">
                <a16:creationId xmlns:a16="http://schemas.microsoft.com/office/drawing/2014/main" id="{BB86B19F-8986-F857-CC8D-FDF7317D66F8}"/>
              </a:ext>
            </a:extLst>
          </p:cNvPr>
          <p:cNvSpPr txBox="1"/>
          <p:nvPr/>
        </p:nvSpPr>
        <p:spPr>
          <a:xfrm>
            <a:off x="4059692" y="7864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334" name="Text 44">
            <a:extLst>
              <a:ext uri="{FF2B5EF4-FFF2-40B4-BE49-F238E27FC236}">
                <a16:creationId xmlns:a16="http://schemas.microsoft.com/office/drawing/2014/main" id="{83F7919F-8596-70E1-A4BD-20EEAF295F85}"/>
              </a:ext>
            </a:extLst>
          </p:cNvPr>
          <p:cNvSpPr txBox="1"/>
          <p:nvPr/>
        </p:nvSpPr>
        <p:spPr>
          <a:xfrm>
            <a:off x="4635692" y="7864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335" name="Text 45">
            <a:extLst>
              <a:ext uri="{FF2B5EF4-FFF2-40B4-BE49-F238E27FC236}">
                <a16:creationId xmlns:a16="http://schemas.microsoft.com/office/drawing/2014/main" id="{B71DC6B0-CDB8-D921-3162-F50A7F6DCF16}"/>
              </a:ext>
            </a:extLst>
          </p:cNvPr>
          <p:cNvSpPr txBox="1"/>
          <p:nvPr/>
        </p:nvSpPr>
        <p:spPr>
          <a:xfrm>
            <a:off x="4635692" y="796572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336" name="Shape 46">
            <a:extLst>
              <a:ext uri="{FF2B5EF4-FFF2-40B4-BE49-F238E27FC236}">
                <a16:creationId xmlns:a16="http://schemas.microsoft.com/office/drawing/2014/main" id="{D4D6D1D7-1699-28A5-A02C-D1339B391004}"/>
              </a:ext>
            </a:extLst>
          </p:cNvPr>
          <p:cNvSpPr/>
          <p:nvPr/>
        </p:nvSpPr>
        <p:spPr>
          <a:xfrm>
            <a:off x="4023692" y="80730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37" name="Text 47">
            <a:extLst>
              <a:ext uri="{FF2B5EF4-FFF2-40B4-BE49-F238E27FC236}">
                <a16:creationId xmlns:a16="http://schemas.microsoft.com/office/drawing/2014/main" id="{FF94F4B9-0DFB-C6D4-AC31-54954CC0178F}"/>
              </a:ext>
            </a:extLst>
          </p:cNvPr>
          <p:cNvSpPr txBox="1"/>
          <p:nvPr/>
        </p:nvSpPr>
        <p:spPr>
          <a:xfrm>
            <a:off x="4059692" y="81054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338" name="Text 48">
            <a:extLst>
              <a:ext uri="{FF2B5EF4-FFF2-40B4-BE49-F238E27FC236}">
                <a16:creationId xmlns:a16="http://schemas.microsoft.com/office/drawing/2014/main" id="{75CBB820-7C03-5F9E-23EF-B423C6BA5C42}"/>
              </a:ext>
            </a:extLst>
          </p:cNvPr>
          <p:cNvSpPr txBox="1"/>
          <p:nvPr/>
        </p:nvSpPr>
        <p:spPr>
          <a:xfrm>
            <a:off x="4635692" y="81054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339" name="Text 49">
            <a:extLst>
              <a:ext uri="{FF2B5EF4-FFF2-40B4-BE49-F238E27FC236}">
                <a16:creationId xmlns:a16="http://schemas.microsoft.com/office/drawing/2014/main" id="{61EAC224-5299-73C7-6A08-8B8C05AD7FC4}"/>
              </a:ext>
            </a:extLst>
          </p:cNvPr>
          <p:cNvSpPr txBox="1"/>
          <p:nvPr/>
        </p:nvSpPr>
        <p:spPr>
          <a:xfrm>
            <a:off x="4635692" y="820692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340" name="Shape 50">
            <a:extLst>
              <a:ext uri="{FF2B5EF4-FFF2-40B4-BE49-F238E27FC236}">
                <a16:creationId xmlns:a16="http://schemas.microsoft.com/office/drawing/2014/main" id="{AC1162A5-7FDD-285B-A079-F4FED3342500}"/>
              </a:ext>
            </a:extLst>
          </p:cNvPr>
          <p:cNvSpPr/>
          <p:nvPr/>
        </p:nvSpPr>
        <p:spPr>
          <a:xfrm>
            <a:off x="4023692" y="8382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41" name="Text 51">
            <a:extLst>
              <a:ext uri="{FF2B5EF4-FFF2-40B4-BE49-F238E27FC236}">
                <a16:creationId xmlns:a16="http://schemas.microsoft.com/office/drawing/2014/main" id="{C5E4722C-7987-0915-59B0-305FF7D199A6}"/>
              </a:ext>
            </a:extLst>
          </p:cNvPr>
          <p:cNvSpPr txBox="1"/>
          <p:nvPr/>
        </p:nvSpPr>
        <p:spPr>
          <a:xfrm>
            <a:off x="4059692" y="8414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342" name="Text 52">
            <a:extLst>
              <a:ext uri="{FF2B5EF4-FFF2-40B4-BE49-F238E27FC236}">
                <a16:creationId xmlns:a16="http://schemas.microsoft.com/office/drawing/2014/main" id="{1D64DEB5-C592-1C14-84A0-4C208AFFB9FC}"/>
              </a:ext>
            </a:extLst>
          </p:cNvPr>
          <p:cNvSpPr txBox="1"/>
          <p:nvPr/>
        </p:nvSpPr>
        <p:spPr>
          <a:xfrm>
            <a:off x="4635692" y="8414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343" name="Text 53">
            <a:extLst>
              <a:ext uri="{FF2B5EF4-FFF2-40B4-BE49-F238E27FC236}">
                <a16:creationId xmlns:a16="http://schemas.microsoft.com/office/drawing/2014/main" id="{835EFCAB-ADAC-13C7-5CA9-46C32ACAF23A}"/>
              </a:ext>
            </a:extLst>
          </p:cNvPr>
          <p:cNvSpPr txBox="1"/>
          <p:nvPr/>
        </p:nvSpPr>
        <p:spPr>
          <a:xfrm>
            <a:off x="4635692" y="851580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344" name="Shape 54">
            <a:extLst>
              <a:ext uri="{FF2B5EF4-FFF2-40B4-BE49-F238E27FC236}">
                <a16:creationId xmlns:a16="http://schemas.microsoft.com/office/drawing/2014/main" id="{44C8AD4E-5153-9F95-8FCE-937C3B8DE668}"/>
              </a:ext>
            </a:extLst>
          </p:cNvPr>
          <p:cNvSpPr/>
          <p:nvPr/>
        </p:nvSpPr>
        <p:spPr>
          <a:xfrm>
            <a:off x="4023692" y="8623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45" name="Text 55">
            <a:extLst>
              <a:ext uri="{FF2B5EF4-FFF2-40B4-BE49-F238E27FC236}">
                <a16:creationId xmlns:a16="http://schemas.microsoft.com/office/drawing/2014/main" id="{AF4BC753-B789-E08C-CA2C-6B335A900945}"/>
              </a:ext>
            </a:extLst>
          </p:cNvPr>
          <p:cNvSpPr txBox="1"/>
          <p:nvPr/>
        </p:nvSpPr>
        <p:spPr>
          <a:xfrm>
            <a:off x="4059692" y="8655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346" name="Text 56">
            <a:extLst>
              <a:ext uri="{FF2B5EF4-FFF2-40B4-BE49-F238E27FC236}">
                <a16:creationId xmlns:a16="http://schemas.microsoft.com/office/drawing/2014/main" id="{A3BA00AA-39D4-7249-57C8-A1D8974FD88F}"/>
              </a:ext>
            </a:extLst>
          </p:cNvPr>
          <p:cNvSpPr txBox="1"/>
          <p:nvPr/>
        </p:nvSpPr>
        <p:spPr>
          <a:xfrm>
            <a:off x="4635692" y="8655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347" name="Text 57">
            <a:extLst>
              <a:ext uri="{FF2B5EF4-FFF2-40B4-BE49-F238E27FC236}">
                <a16:creationId xmlns:a16="http://schemas.microsoft.com/office/drawing/2014/main" id="{0EA820C7-BB71-9BA9-2AB0-4EDB0376D1B6}"/>
              </a:ext>
            </a:extLst>
          </p:cNvPr>
          <p:cNvSpPr txBox="1"/>
          <p:nvPr/>
        </p:nvSpPr>
        <p:spPr>
          <a:xfrm>
            <a:off x="4635692" y="8757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348" name="Shape 58">
            <a:extLst>
              <a:ext uri="{FF2B5EF4-FFF2-40B4-BE49-F238E27FC236}">
                <a16:creationId xmlns:a16="http://schemas.microsoft.com/office/drawing/2014/main" id="{3D0969A9-7FBF-A84A-3A92-712BCCEDE3C7}"/>
              </a:ext>
            </a:extLst>
          </p:cNvPr>
          <p:cNvSpPr/>
          <p:nvPr/>
        </p:nvSpPr>
        <p:spPr>
          <a:xfrm>
            <a:off x="4023692" y="893196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49" name="Text 59">
            <a:extLst>
              <a:ext uri="{FF2B5EF4-FFF2-40B4-BE49-F238E27FC236}">
                <a16:creationId xmlns:a16="http://schemas.microsoft.com/office/drawing/2014/main" id="{1387DD6B-F02C-3A8E-AF87-2D9634A60C15}"/>
              </a:ext>
            </a:extLst>
          </p:cNvPr>
          <p:cNvSpPr txBox="1"/>
          <p:nvPr/>
        </p:nvSpPr>
        <p:spPr>
          <a:xfrm>
            <a:off x="4059692" y="893196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350" name="Text 60">
            <a:extLst>
              <a:ext uri="{FF2B5EF4-FFF2-40B4-BE49-F238E27FC236}">
                <a16:creationId xmlns:a16="http://schemas.microsoft.com/office/drawing/2014/main" id="{13FE78D6-9452-70CC-6335-561E7E8DD351}"/>
              </a:ext>
            </a:extLst>
          </p:cNvPr>
          <p:cNvSpPr txBox="1"/>
          <p:nvPr/>
        </p:nvSpPr>
        <p:spPr>
          <a:xfrm>
            <a:off x="4635692" y="893196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351" name="Shape 61">
            <a:extLst>
              <a:ext uri="{FF2B5EF4-FFF2-40B4-BE49-F238E27FC236}">
                <a16:creationId xmlns:a16="http://schemas.microsoft.com/office/drawing/2014/main" id="{9ADF035B-A302-CCCA-73EF-34BD68A7EE1A}"/>
              </a:ext>
            </a:extLst>
          </p:cNvPr>
          <p:cNvSpPr/>
          <p:nvPr/>
        </p:nvSpPr>
        <p:spPr>
          <a:xfrm>
            <a:off x="4023692" y="9148686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352" name="Text 63">
            <a:extLst>
              <a:ext uri="{FF2B5EF4-FFF2-40B4-BE49-F238E27FC236}">
                <a16:creationId xmlns:a16="http://schemas.microsoft.com/office/drawing/2014/main" id="{6668AC46-3C8A-36CF-EE45-659A3E7CC499}"/>
              </a:ext>
            </a:extLst>
          </p:cNvPr>
          <p:cNvSpPr txBox="1"/>
          <p:nvPr/>
        </p:nvSpPr>
        <p:spPr>
          <a:xfrm>
            <a:off x="4023692" y="9240486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86651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CB8FF767-6B8E-743B-AFE4-CFA6B8B4452A}"/>
              </a:ext>
            </a:extLst>
          </p:cNvPr>
          <p:cNvSpPr/>
          <p:nvPr/>
        </p:nvSpPr>
        <p:spPr>
          <a:xfrm>
            <a:off x="-325" y="-2"/>
            <a:ext cx="7560325" cy="10691814"/>
          </a:xfrm>
          <a:custGeom>
            <a:avLst/>
            <a:gdLst>
              <a:gd name="connsiteX0" fmla="*/ 540325 w 7560325"/>
              <a:gd name="connsiteY0" fmla="*/ 540001 h 10691814"/>
              <a:gd name="connsiteX1" fmla="*/ 540325 w 7560325"/>
              <a:gd name="connsiteY1" fmla="*/ 10151814 h 10691814"/>
              <a:gd name="connsiteX2" fmla="*/ 7020000 w 7560325"/>
              <a:gd name="connsiteY2" fmla="*/ 10151814 h 10691814"/>
              <a:gd name="connsiteX3" fmla="*/ 7020000 w 7560325"/>
              <a:gd name="connsiteY3" fmla="*/ 540001 h 10691814"/>
              <a:gd name="connsiteX4" fmla="*/ 325 w 7560325"/>
              <a:gd name="connsiteY4" fmla="*/ 0 h 10691814"/>
              <a:gd name="connsiteX5" fmla="*/ 540325 w 7560325"/>
              <a:gd name="connsiteY5" fmla="*/ 0 h 10691814"/>
              <a:gd name="connsiteX6" fmla="*/ 540325 w 7560325"/>
              <a:gd name="connsiteY6" fmla="*/ 1 h 10691814"/>
              <a:gd name="connsiteX7" fmla="*/ 7020000 w 7560325"/>
              <a:gd name="connsiteY7" fmla="*/ 1 h 10691814"/>
              <a:gd name="connsiteX8" fmla="*/ 7020000 w 7560325"/>
              <a:gd name="connsiteY8" fmla="*/ 1 h 10691814"/>
              <a:gd name="connsiteX9" fmla="*/ 7560000 w 7560325"/>
              <a:gd name="connsiteY9" fmla="*/ 1 h 10691814"/>
              <a:gd name="connsiteX10" fmla="*/ 7560000 w 7560325"/>
              <a:gd name="connsiteY10" fmla="*/ 1 h 10691814"/>
              <a:gd name="connsiteX11" fmla="*/ 7560325 w 7560325"/>
              <a:gd name="connsiteY11" fmla="*/ 1 h 10691814"/>
              <a:gd name="connsiteX12" fmla="*/ 7560325 w 7560325"/>
              <a:gd name="connsiteY12" fmla="*/ 540001 h 10691814"/>
              <a:gd name="connsiteX13" fmla="*/ 7560000 w 7560325"/>
              <a:gd name="connsiteY13" fmla="*/ 540001 h 10691814"/>
              <a:gd name="connsiteX14" fmla="*/ 7560000 w 7560325"/>
              <a:gd name="connsiteY14" fmla="*/ 10151814 h 10691814"/>
              <a:gd name="connsiteX15" fmla="*/ 7560000 w 7560325"/>
              <a:gd name="connsiteY15" fmla="*/ 10691813 h 10691814"/>
              <a:gd name="connsiteX16" fmla="*/ 7560000 w 7560325"/>
              <a:gd name="connsiteY16" fmla="*/ 10691814 h 10691814"/>
              <a:gd name="connsiteX17" fmla="*/ 0 w 7560325"/>
              <a:gd name="connsiteY17" fmla="*/ 10691814 h 10691814"/>
              <a:gd name="connsiteX18" fmla="*/ 0 w 7560325"/>
              <a:gd name="connsiteY18" fmla="*/ 10151814 h 10691814"/>
              <a:gd name="connsiteX19" fmla="*/ 325 w 7560325"/>
              <a:gd name="connsiteY19" fmla="*/ 10151814 h 10691814"/>
              <a:gd name="connsiteX20" fmla="*/ 325 w 7560325"/>
              <a:gd name="connsiteY20" fmla="*/ 540001 h 10691814"/>
              <a:gd name="connsiteX21" fmla="*/ 325 w 7560325"/>
              <a:gd name="connsiteY21" fmla="*/ 540001 h 10691814"/>
              <a:gd name="connsiteX22" fmla="*/ 325 w 7560325"/>
              <a:gd name="connsiteY22" fmla="*/ 1 h 10691814"/>
              <a:gd name="connsiteX23" fmla="*/ 325 w 7560325"/>
              <a:gd name="connsiteY23" fmla="*/ 1 h 1069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60325" h="10691814">
                <a:moveTo>
                  <a:pt x="540325" y="540001"/>
                </a:moveTo>
                <a:lnTo>
                  <a:pt x="540325" y="10151814"/>
                </a:lnTo>
                <a:lnTo>
                  <a:pt x="7020000" y="10151814"/>
                </a:lnTo>
                <a:lnTo>
                  <a:pt x="7020000" y="540001"/>
                </a:lnTo>
                <a:close/>
                <a:moveTo>
                  <a:pt x="325" y="0"/>
                </a:moveTo>
                <a:lnTo>
                  <a:pt x="540325" y="0"/>
                </a:lnTo>
                <a:lnTo>
                  <a:pt x="540325" y="1"/>
                </a:lnTo>
                <a:lnTo>
                  <a:pt x="7020000" y="1"/>
                </a:lnTo>
                <a:lnTo>
                  <a:pt x="7020000" y="1"/>
                </a:lnTo>
                <a:lnTo>
                  <a:pt x="7560000" y="1"/>
                </a:lnTo>
                <a:lnTo>
                  <a:pt x="7560000" y="1"/>
                </a:lnTo>
                <a:lnTo>
                  <a:pt x="7560325" y="1"/>
                </a:lnTo>
                <a:lnTo>
                  <a:pt x="7560325" y="540001"/>
                </a:lnTo>
                <a:lnTo>
                  <a:pt x="7560000" y="540001"/>
                </a:lnTo>
                <a:lnTo>
                  <a:pt x="7560000" y="10151814"/>
                </a:lnTo>
                <a:lnTo>
                  <a:pt x="7560000" y="10691813"/>
                </a:lnTo>
                <a:lnTo>
                  <a:pt x="7560000" y="10691814"/>
                </a:lnTo>
                <a:lnTo>
                  <a:pt x="0" y="10691814"/>
                </a:lnTo>
                <a:lnTo>
                  <a:pt x="0" y="10151814"/>
                </a:lnTo>
                <a:lnTo>
                  <a:pt x="325" y="10151814"/>
                </a:lnTo>
                <a:lnTo>
                  <a:pt x="325" y="540001"/>
                </a:lnTo>
                <a:lnTo>
                  <a:pt x="325" y="540001"/>
                </a:lnTo>
                <a:lnTo>
                  <a:pt x="325" y="1"/>
                </a:lnTo>
                <a:lnTo>
                  <a:pt x="325" y="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283D2CF-78D9-2413-7998-4BB5B99B2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83" y="537028"/>
            <a:ext cx="3240854" cy="4500000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7E3EAAE4-E215-DCFB-0B2A-C0D924B6F124}"/>
              </a:ext>
            </a:extLst>
          </p:cNvPr>
          <p:cNvGrpSpPr/>
          <p:nvPr/>
        </p:nvGrpSpPr>
        <p:grpSpPr>
          <a:xfrm>
            <a:off x="744804" y="737290"/>
            <a:ext cx="2891080" cy="858192"/>
            <a:chOff x="719404" y="737290"/>
            <a:chExt cx="2891080" cy="858192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1C036CDB-94B0-6EB0-B214-584E1DF10656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73A6542-6C9B-CB9E-2F66-317B97AC4290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BCC6A1CB-E4D4-75FB-5830-F5FF1F9A65EB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183399E1-6E73-85B5-A72F-4DFF0B85DECB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9EAFED4-854A-D799-2383-F78DACE4E149}"/>
              </a:ext>
            </a:extLst>
          </p:cNvPr>
          <p:cNvSpPr txBox="1"/>
          <p:nvPr/>
        </p:nvSpPr>
        <p:spPr>
          <a:xfrm>
            <a:off x="1099664" y="2571584"/>
            <a:ext cx="21577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 Macdonald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08DACCA-47A3-11D0-3C46-8EE0CAFA1B30}"/>
              </a:ext>
            </a:extLst>
          </p:cNvPr>
          <p:cNvSpPr txBox="1"/>
          <p:nvPr/>
        </p:nvSpPr>
        <p:spPr>
          <a:xfrm>
            <a:off x="1752889" y="313338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5E491EAE-CF0D-A420-6F5C-FD1BF4A26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544" y="537028"/>
            <a:ext cx="3240854" cy="4500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214A6344-5AE5-A720-67F3-851E91322ADC}"/>
              </a:ext>
            </a:extLst>
          </p:cNvPr>
          <p:cNvGrpSpPr/>
          <p:nvPr/>
        </p:nvGrpSpPr>
        <p:grpSpPr>
          <a:xfrm>
            <a:off x="3994365" y="737290"/>
            <a:ext cx="2891080" cy="858192"/>
            <a:chOff x="719404" y="737290"/>
            <a:chExt cx="2891080" cy="858192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8BB5473-72BC-F088-2291-AD486286ED22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78CB8452-0421-65DF-4945-001368B32C75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0201300F-66DC-3C62-F803-1EED1F225E21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F3941298-04E5-C7AF-7AF9-E8489C596D4D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FAA2D87-1CF6-2653-0A43-999D82B84EB6}"/>
              </a:ext>
            </a:extLst>
          </p:cNvPr>
          <p:cNvSpPr txBox="1"/>
          <p:nvPr/>
        </p:nvSpPr>
        <p:spPr>
          <a:xfrm>
            <a:off x="4512731" y="2571583"/>
            <a:ext cx="17924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Jaemin</a:t>
            </a:r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Kong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E4192012-DD3D-EBDB-E190-38DBA351B0AD}"/>
              </a:ext>
            </a:extLst>
          </p:cNvPr>
          <p:cNvSpPr txBox="1"/>
          <p:nvPr/>
        </p:nvSpPr>
        <p:spPr>
          <a:xfrm>
            <a:off x="5002450" y="313338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32FC2F69-FBC5-DC8B-B945-DE729F3EA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83" y="5047914"/>
            <a:ext cx="3240854" cy="4500000"/>
          </a:xfrm>
          <a:prstGeom prst="rect">
            <a:avLst/>
          </a:prstGeom>
        </p:spPr>
      </p:pic>
      <p:grpSp>
        <p:nvGrpSpPr>
          <p:cNvPr id="45" name="群組 44">
            <a:extLst>
              <a:ext uri="{FF2B5EF4-FFF2-40B4-BE49-F238E27FC236}">
                <a16:creationId xmlns:a16="http://schemas.microsoft.com/office/drawing/2014/main" id="{E5BFD390-CF75-C6B1-562C-0311B6022A1E}"/>
              </a:ext>
            </a:extLst>
          </p:cNvPr>
          <p:cNvGrpSpPr/>
          <p:nvPr/>
        </p:nvGrpSpPr>
        <p:grpSpPr>
          <a:xfrm>
            <a:off x="744804" y="5248176"/>
            <a:ext cx="2891080" cy="858192"/>
            <a:chOff x="719404" y="737290"/>
            <a:chExt cx="2891080" cy="858192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C2B901E1-2DAC-41E5-6543-385D01377D99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814349B9-C449-96B4-1C58-A27B0B4B1C79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89C39B3A-3045-B663-F801-73651F191E31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5087F0A1-1B55-30C3-96A8-03A83737C662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2C0BC17C-2AE4-BE04-E16B-405E150514A2}"/>
              </a:ext>
            </a:extLst>
          </p:cNvPr>
          <p:cNvSpPr txBox="1"/>
          <p:nvPr/>
        </p:nvSpPr>
        <p:spPr>
          <a:xfrm>
            <a:off x="1317672" y="7082469"/>
            <a:ext cx="16834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Ji-</a:t>
            </a:r>
            <a:r>
              <a:rPr lang="en-US" altLang="zh-TW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Seon</a:t>
            </a:r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Kim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E47BF8E-20E1-DEAB-A940-8480A2DCDBDF}"/>
              </a:ext>
            </a:extLst>
          </p:cNvPr>
          <p:cNvSpPr txBox="1"/>
          <p:nvPr/>
        </p:nvSpPr>
        <p:spPr>
          <a:xfrm>
            <a:off x="1752889" y="7644266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圖片 51">
            <a:extLst>
              <a:ext uri="{FF2B5EF4-FFF2-40B4-BE49-F238E27FC236}">
                <a16:creationId xmlns:a16="http://schemas.microsoft.com/office/drawing/2014/main" id="{76B87CC3-B374-07FD-7BD2-D57902A9C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544" y="5047914"/>
            <a:ext cx="3240854" cy="4500000"/>
          </a:xfrm>
          <a:prstGeom prst="rect">
            <a:avLst/>
          </a:prstGeom>
        </p:spPr>
      </p:pic>
      <p:grpSp>
        <p:nvGrpSpPr>
          <p:cNvPr id="53" name="群組 52">
            <a:extLst>
              <a:ext uri="{FF2B5EF4-FFF2-40B4-BE49-F238E27FC236}">
                <a16:creationId xmlns:a16="http://schemas.microsoft.com/office/drawing/2014/main" id="{401B3E19-88F9-9814-349A-1C4C2B447946}"/>
              </a:ext>
            </a:extLst>
          </p:cNvPr>
          <p:cNvGrpSpPr/>
          <p:nvPr/>
        </p:nvGrpSpPr>
        <p:grpSpPr>
          <a:xfrm>
            <a:off x="3994365" y="5248176"/>
            <a:ext cx="2891080" cy="858192"/>
            <a:chOff x="719404" y="737290"/>
            <a:chExt cx="2891080" cy="858192"/>
          </a:xfrm>
        </p:grpSpPr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982AB011-BE58-044F-4C07-E97474123B10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1A4EA8D9-3999-60DC-D43E-1A8151DCC9FC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E2FC8567-3C8A-9F10-59DC-67D305CF384F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498E7308-FFBD-A1F1-0A48-5721F6061344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520E76A2-FA84-8F0D-D679-C4E73E61CB34}"/>
              </a:ext>
            </a:extLst>
          </p:cNvPr>
          <p:cNvSpPr txBox="1"/>
          <p:nvPr/>
        </p:nvSpPr>
        <p:spPr>
          <a:xfrm>
            <a:off x="4516454" y="7082469"/>
            <a:ext cx="18714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Shun-Wei Liu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C1C8FFF-966E-305B-BD49-4F79D6CA624E}"/>
              </a:ext>
            </a:extLst>
          </p:cNvPr>
          <p:cNvSpPr txBox="1"/>
          <p:nvPr/>
        </p:nvSpPr>
        <p:spPr>
          <a:xfrm>
            <a:off x="5002450" y="7644266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28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>
            <a:extLst>
              <a:ext uri="{FF2B5EF4-FFF2-40B4-BE49-F238E27FC236}">
                <a16:creationId xmlns:a16="http://schemas.microsoft.com/office/drawing/2014/main" id="{6BFC371E-0DCF-E443-5692-4285D2562F10}"/>
              </a:ext>
            </a:extLst>
          </p:cNvPr>
          <p:cNvSpPr/>
          <p:nvPr/>
        </p:nvSpPr>
        <p:spPr>
          <a:xfrm>
            <a:off x="540000" y="50472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BFAE2FD-A212-9B0C-C79A-A054D3354914}"/>
              </a:ext>
            </a:extLst>
          </p:cNvPr>
          <p:cNvSpPr/>
          <p:nvPr/>
        </p:nvSpPr>
        <p:spPr>
          <a:xfrm>
            <a:off x="3790800" y="50472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190D237-9FE8-D881-1602-90EE7A4E8722}"/>
              </a:ext>
            </a:extLst>
          </p:cNvPr>
          <p:cNvSpPr/>
          <p:nvPr/>
        </p:nvSpPr>
        <p:spPr>
          <a:xfrm>
            <a:off x="3790800" y="5364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05AA0ED-EFAE-F103-A3C6-DDBC7771988B}"/>
              </a:ext>
            </a:extLst>
          </p:cNvPr>
          <p:cNvSpPr/>
          <p:nvPr/>
        </p:nvSpPr>
        <p:spPr>
          <a:xfrm>
            <a:off x="540000" y="537028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CB8FF767-6B8E-743B-AFE4-CFA6B8B4452A}"/>
              </a:ext>
            </a:extLst>
          </p:cNvPr>
          <p:cNvSpPr/>
          <p:nvPr/>
        </p:nvSpPr>
        <p:spPr>
          <a:xfrm>
            <a:off x="-325" y="-2"/>
            <a:ext cx="7560325" cy="10691814"/>
          </a:xfrm>
          <a:custGeom>
            <a:avLst/>
            <a:gdLst>
              <a:gd name="connsiteX0" fmla="*/ 540325 w 7560325"/>
              <a:gd name="connsiteY0" fmla="*/ 540001 h 10691814"/>
              <a:gd name="connsiteX1" fmla="*/ 540325 w 7560325"/>
              <a:gd name="connsiteY1" fmla="*/ 10151814 h 10691814"/>
              <a:gd name="connsiteX2" fmla="*/ 7020000 w 7560325"/>
              <a:gd name="connsiteY2" fmla="*/ 10151814 h 10691814"/>
              <a:gd name="connsiteX3" fmla="*/ 7020000 w 7560325"/>
              <a:gd name="connsiteY3" fmla="*/ 540001 h 10691814"/>
              <a:gd name="connsiteX4" fmla="*/ 325 w 7560325"/>
              <a:gd name="connsiteY4" fmla="*/ 0 h 10691814"/>
              <a:gd name="connsiteX5" fmla="*/ 540325 w 7560325"/>
              <a:gd name="connsiteY5" fmla="*/ 0 h 10691814"/>
              <a:gd name="connsiteX6" fmla="*/ 540325 w 7560325"/>
              <a:gd name="connsiteY6" fmla="*/ 1 h 10691814"/>
              <a:gd name="connsiteX7" fmla="*/ 7020000 w 7560325"/>
              <a:gd name="connsiteY7" fmla="*/ 1 h 10691814"/>
              <a:gd name="connsiteX8" fmla="*/ 7020000 w 7560325"/>
              <a:gd name="connsiteY8" fmla="*/ 1 h 10691814"/>
              <a:gd name="connsiteX9" fmla="*/ 7560000 w 7560325"/>
              <a:gd name="connsiteY9" fmla="*/ 1 h 10691814"/>
              <a:gd name="connsiteX10" fmla="*/ 7560000 w 7560325"/>
              <a:gd name="connsiteY10" fmla="*/ 1 h 10691814"/>
              <a:gd name="connsiteX11" fmla="*/ 7560325 w 7560325"/>
              <a:gd name="connsiteY11" fmla="*/ 1 h 10691814"/>
              <a:gd name="connsiteX12" fmla="*/ 7560325 w 7560325"/>
              <a:gd name="connsiteY12" fmla="*/ 540001 h 10691814"/>
              <a:gd name="connsiteX13" fmla="*/ 7560000 w 7560325"/>
              <a:gd name="connsiteY13" fmla="*/ 540001 h 10691814"/>
              <a:gd name="connsiteX14" fmla="*/ 7560000 w 7560325"/>
              <a:gd name="connsiteY14" fmla="*/ 10151814 h 10691814"/>
              <a:gd name="connsiteX15" fmla="*/ 7560000 w 7560325"/>
              <a:gd name="connsiteY15" fmla="*/ 10691813 h 10691814"/>
              <a:gd name="connsiteX16" fmla="*/ 7560000 w 7560325"/>
              <a:gd name="connsiteY16" fmla="*/ 10691814 h 10691814"/>
              <a:gd name="connsiteX17" fmla="*/ 0 w 7560325"/>
              <a:gd name="connsiteY17" fmla="*/ 10691814 h 10691814"/>
              <a:gd name="connsiteX18" fmla="*/ 0 w 7560325"/>
              <a:gd name="connsiteY18" fmla="*/ 10151814 h 10691814"/>
              <a:gd name="connsiteX19" fmla="*/ 325 w 7560325"/>
              <a:gd name="connsiteY19" fmla="*/ 10151814 h 10691814"/>
              <a:gd name="connsiteX20" fmla="*/ 325 w 7560325"/>
              <a:gd name="connsiteY20" fmla="*/ 540001 h 10691814"/>
              <a:gd name="connsiteX21" fmla="*/ 325 w 7560325"/>
              <a:gd name="connsiteY21" fmla="*/ 540001 h 10691814"/>
              <a:gd name="connsiteX22" fmla="*/ 325 w 7560325"/>
              <a:gd name="connsiteY22" fmla="*/ 1 h 10691814"/>
              <a:gd name="connsiteX23" fmla="*/ 325 w 7560325"/>
              <a:gd name="connsiteY23" fmla="*/ 1 h 1069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60325" h="10691814">
                <a:moveTo>
                  <a:pt x="540325" y="540001"/>
                </a:moveTo>
                <a:lnTo>
                  <a:pt x="540325" y="10151814"/>
                </a:lnTo>
                <a:lnTo>
                  <a:pt x="7020000" y="10151814"/>
                </a:lnTo>
                <a:lnTo>
                  <a:pt x="7020000" y="540001"/>
                </a:lnTo>
                <a:close/>
                <a:moveTo>
                  <a:pt x="325" y="0"/>
                </a:moveTo>
                <a:lnTo>
                  <a:pt x="540325" y="0"/>
                </a:lnTo>
                <a:lnTo>
                  <a:pt x="540325" y="1"/>
                </a:lnTo>
                <a:lnTo>
                  <a:pt x="7020000" y="1"/>
                </a:lnTo>
                <a:lnTo>
                  <a:pt x="7020000" y="1"/>
                </a:lnTo>
                <a:lnTo>
                  <a:pt x="7560000" y="1"/>
                </a:lnTo>
                <a:lnTo>
                  <a:pt x="7560000" y="1"/>
                </a:lnTo>
                <a:lnTo>
                  <a:pt x="7560325" y="1"/>
                </a:lnTo>
                <a:lnTo>
                  <a:pt x="7560325" y="540001"/>
                </a:lnTo>
                <a:lnTo>
                  <a:pt x="7560000" y="540001"/>
                </a:lnTo>
                <a:lnTo>
                  <a:pt x="7560000" y="10151814"/>
                </a:lnTo>
                <a:lnTo>
                  <a:pt x="7560000" y="10691813"/>
                </a:lnTo>
                <a:lnTo>
                  <a:pt x="7560000" y="10691814"/>
                </a:lnTo>
                <a:lnTo>
                  <a:pt x="0" y="10691814"/>
                </a:lnTo>
                <a:lnTo>
                  <a:pt x="0" y="10151814"/>
                </a:lnTo>
                <a:lnTo>
                  <a:pt x="325" y="10151814"/>
                </a:lnTo>
                <a:lnTo>
                  <a:pt x="325" y="540001"/>
                </a:lnTo>
                <a:lnTo>
                  <a:pt x="325" y="540001"/>
                </a:lnTo>
                <a:lnTo>
                  <a:pt x="325" y="1"/>
                </a:lnTo>
                <a:lnTo>
                  <a:pt x="325" y="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00" name="Shape 0">
            <a:extLst>
              <a:ext uri="{FF2B5EF4-FFF2-40B4-BE49-F238E27FC236}">
                <a16:creationId xmlns:a16="http://schemas.microsoft.com/office/drawing/2014/main" id="{F1CEA8CD-71BE-4C30-FC6A-32159B0C7711}"/>
              </a:ext>
            </a:extLst>
          </p:cNvPr>
          <p:cNvSpPr/>
          <p:nvPr/>
        </p:nvSpPr>
        <p:spPr>
          <a:xfrm>
            <a:off x="538820" y="536314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101" name="Shape 1">
            <a:extLst>
              <a:ext uri="{FF2B5EF4-FFF2-40B4-BE49-F238E27FC236}">
                <a16:creationId xmlns:a16="http://schemas.microsoft.com/office/drawing/2014/main" id="{A2960759-0724-7258-0AEC-8ED322B5BA9A}"/>
              </a:ext>
            </a:extLst>
          </p:cNvPr>
          <p:cNvSpPr/>
          <p:nvPr/>
        </p:nvSpPr>
        <p:spPr>
          <a:xfrm>
            <a:off x="772820" y="73431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02" name="Text 2">
            <a:extLst>
              <a:ext uri="{FF2B5EF4-FFF2-40B4-BE49-F238E27FC236}">
                <a16:creationId xmlns:a16="http://schemas.microsoft.com/office/drawing/2014/main" id="{C0FBF812-1EEC-E187-6F47-7D0748E02743}"/>
              </a:ext>
            </a:extLst>
          </p:cNvPr>
          <p:cNvSpPr txBox="1"/>
          <p:nvPr/>
        </p:nvSpPr>
        <p:spPr>
          <a:xfrm>
            <a:off x="808820" y="73431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103" name="Text 3">
            <a:extLst>
              <a:ext uri="{FF2B5EF4-FFF2-40B4-BE49-F238E27FC236}">
                <a16:creationId xmlns:a16="http://schemas.microsoft.com/office/drawing/2014/main" id="{EF7F6620-E94A-072A-87D7-77D2FFE95A07}"/>
              </a:ext>
            </a:extLst>
          </p:cNvPr>
          <p:cNvSpPr txBox="1"/>
          <p:nvPr/>
        </p:nvSpPr>
        <p:spPr>
          <a:xfrm>
            <a:off x="1384820" y="73431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104" name="Shape 4">
            <a:extLst>
              <a:ext uri="{FF2B5EF4-FFF2-40B4-BE49-F238E27FC236}">
                <a16:creationId xmlns:a16="http://schemas.microsoft.com/office/drawing/2014/main" id="{EE57B88D-1250-5E89-590E-CE2570EF397C}"/>
              </a:ext>
            </a:extLst>
          </p:cNvPr>
          <p:cNvSpPr/>
          <p:nvPr/>
        </p:nvSpPr>
        <p:spPr>
          <a:xfrm>
            <a:off x="772820" y="8862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5819A699-1E97-F8B0-17E1-9659E0EAF004}"/>
              </a:ext>
            </a:extLst>
          </p:cNvPr>
          <p:cNvSpPr txBox="1"/>
          <p:nvPr/>
        </p:nvSpPr>
        <p:spPr>
          <a:xfrm>
            <a:off x="808820" y="9186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106" name="Text 6">
            <a:extLst>
              <a:ext uri="{FF2B5EF4-FFF2-40B4-BE49-F238E27FC236}">
                <a16:creationId xmlns:a16="http://schemas.microsoft.com/office/drawing/2014/main" id="{0F59E54A-A8FD-91A1-ADE8-51A5BE3982B9}"/>
              </a:ext>
            </a:extLst>
          </p:cNvPr>
          <p:cNvSpPr txBox="1"/>
          <p:nvPr/>
        </p:nvSpPr>
        <p:spPr>
          <a:xfrm>
            <a:off x="1384820" y="9186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4376AC15-EAB5-73C3-0419-E088E8DF0499}"/>
              </a:ext>
            </a:extLst>
          </p:cNvPr>
          <p:cNvSpPr txBox="1"/>
          <p:nvPr/>
        </p:nvSpPr>
        <p:spPr>
          <a:xfrm>
            <a:off x="1384820" y="10197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108" name="Shape 8">
            <a:extLst>
              <a:ext uri="{FF2B5EF4-FFF2-40B4-BE49-F238E27FC236}">
                <a16:creationId xmlns:a16="http://schemas.microsoft.com/office/drawing/2014/main" id="{71F91B4A-5201-F69A-C232-B6593848804F}"/>
              </a:ext>
            </a:extLst>
          </p:cNvPr>
          <p:cNvSpPr/>
          <p:nvPr/>
        </p:nvSpPr>
        <p:spPr>
          <a:xfrm>
            <a:off x="772820" y="1127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09" name="Text 9">
            <a:extLst>
              <a:ext uri="{FF2B5EF4-FFF2-40B4-BE49-F238E27FC236}">
                <a16:creationId xmlns:a16="http://schemas.microsoft.com/office/drawing/2014/main" id="{99220364-9144-D99F-65AC-56D838EBB8FC}"/>
              </a:ext>
            </a:extLst>
          </p:cNvPr>
          <p:cNvSpPr txBox="1"/>
          <p:nvPr/>
        </p:nvSpPr>
        <p:spPr>
          <a:xfrm>
            <a:off x="808820" y="1159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83B8B390-2922-8EB9-163E-AFD7E52A6F49}"/>
              </a:ext>
            </a:extLst>
          </p:cNvPr>
          <p:cNvSpPr txBox="1"/>
          <p:nvPr/>
        </p:nvSpPr>
        <p:spPr>
          <a:xfrm>
            <a:off x="1384820" y="1159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67B4CE67-97BA-FEE4-131A-956A464B3748}"/>
              </a:ext>
            </a:extLst>
          </p:cNvPr>
          <p:cNvSpPr txBox="1"/>
          <p:nvPr/>
        </p:nvSpPr>
        <p:spPr>
          <a:xfrm>
            <a:off x="1384820" y="12609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112" name="Shape 12">
            <a:extLst>
              <a:ext uri="{FF2B5EF4-FFF2-40B4-BE49-F238E27FC236}">
                <a16:creationId xmlns:a16="http://schemas.microsoft.com/office/drawing/2014/main" id="{B78FF145-9F8B-83EC-C793-FA5C3EC22E57}"/>
              </a:ext>
            </a:extLst>
          </p:cNvPr>
          <p:cNvSpPr/>
          <p:nvPr/>
        </p:nvSpPr>
        <p:spPr>
          <a:xfrm>
            <a:off x="772820" y="13682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13" name="Text 13">
            <a:extLst>
              <a:ext uri="{FF2B5EF4-FFF2-40B4-BE49-F238E27FC236}">
                <a16:creationId xmlns:a16="http://schemas.microsoft.com/office/drawing/2014/main" id="{2152544A-B966-EF8E-2643-EC043C59400D}"/>
              </a:ext>
            </a:extLst>
          </p:cNvPr>
          <p:cNvSpPr txBox="1"/>
          <p:nvPr/>
        </p:nvSpPr>
        <p:spPr>
          <a:xfrm>
            <a:off x="808820" y="14006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114" name="Text 14">
            <a:extLst>
              <a:ext uri="{FF2B5EF4-FFF2-40B4-BE49-F238E27FC236}">
                <a16:creationId xmlns:a16="http://schemas.microsoft.com/office/drawing/2014/main" id="{B08C6B25-93A0-A93E-1D61-AE4F76E1369D}"/>
              </a:ext>
            </a:extLst>
          </p:cNvPr>
          <p:cNvSpPr txBox="1"/>
          <p:nvPr/>
        </p:nvSpPr>
        <p:spPr>
          <a:xfrm>
            <a:off x="1384820" y="14006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8F1B567D-926D-3D47-4598-7B352CFBDF26}"/>
              </a:ext>
            </a:extLst>
          </p:cNvPr>
          <p:cNvSpPr txBox="1"/>
          <p:nvPr/>
        </p:nvSpPr>
        <p:spPr>
          <a:xfrm>
            <a:off x="1384820" y="150219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116" name="Shape 16">
            <a:extLst>
              <a:ext uri="{FF2B5EF4-FFF2-40B4-BE49-F238E27FC236}">
                <a16:creationId xmlns:a16="http://schemas.microsoft.com/office/drawing/2014/main" id="{89CA7D6B-0F2F-248C-F058-BE376602FE21}"/>
              </a:ext>
            </a:extLst>
          </p:cNvPr>
          <p:cNvSpPr/>
          <p:nvPr/>
        </p:nvSpPr>
        <p:spPr>
          <a:xfrm>
            <a:off x="772820" y="1677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BE812DD9-0903-1733-D302-8450004B7FEE}"/>
              </a:ext>
            </a:extLst>
          </p:cNvPr>
          <p:cNvSpPr txBox="1"/>
          <p:nvPr/>
        </p:nvSpPr>
        <p:spPr>
          <a:xfrm>
            <a:off x="808820" y="1709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118" name="Text 18">
            <a:extLst>
              <a:ext uri="{FF2B5EF4-FFF2-40B4-BE49-F238E27FC236}">
                <a16:creationId xmlns:a16="http://schemas.microsoft.com/office/drawing/2014/main" id="{266F6A15-F69F-1C0E-FDA4-E15683C71F0E}"/>
              </a:ext>
            </a:extLst>
          </p:cNvPr>
          <p:cNvSpPr txBox="1"/>
          <p:nvPr/>
        </p:nvSpPr>
        <p:spPr>
          <a:xfrm>
            <a:off x="1384820" y="1709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08EFD467-4E76-D77A-43FE-BA497A9B35FE}"/>
              </a:ext>
            </a:extLst>
          </p:cNvPr>
          <p:cNvSpPr txBox="1"/>
          <p:nvPr/>
        </p:nvSpPr>
        <p:spPr>
          <a:xfrm>
            <a:off x="1384820" y="181107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120" name="Shape 20">
            <a:extLst>
              <a:ext uri="{FF2B5EF4-FFF2-40B4-BE49-F238E27FC236}">
                <a16:creationId xmlns:a16="http://schemas.microsoft.com/office/drawing/2014/main" id="{2CFD192F-EAF3-6A77-4251-A3C1C305E2F3}"/>
              </a:ext>
            </a:extLst>
          </p:cNvPr>
          <p:cNvSpPr/>
          <p:nvPr/>
        </p:nvSpPr>
        <p:spPr>
          <a:xfrm>
            <a:off x="772820" y="191835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21" name="Text 21">
            <a:extLst>
              <a:ext uri="{FF2B5EF4-FFF2-40B4-BE49-F238E27FC236}">
                <a16:creationId xmlns:a16="http://schemas.microsoft.com/office/drawing/2014/main" id="{2DAAB2FC-2C5E-7EC7-432B-6145056A34C5}"/>
              </a:ext>
            </a:extLst>
          </p:cNvPr>
          <p:cNvSpPr txBox="1"/>
          <p:nvPr/>
        </p:nvSpPr>
        <p:spPr>
          <a:xfrm>
            <a:off x="808820" y="191835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122" name="Text 22">
            <a:extLst>
              <a:ext uri="{FF2B5EF4-FFF2-40B4-BE49-F238E27FC236}">
                <a16:creationId xmlns:a16="http://schemas.microsoft.com/office/drawing/2014/main" id="{B8DC0306-D441-287C-C0B5-FF02E87FB6A7}"/>
              </a:ext>
            </a:extLst>
          </p:cNvPr>
          <p:cNvSpPr txBox="1"/>
          <p:nvPr/>
        </p:nvSpPr>
        <p:spPr>
          <a:xfrm>
            <a:off x="1384820" y="191835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123" name="Shape 23">
            <a:extLst>
              <a:ext uri="{FF2B5EF4-FFF2-40B4-BE49-F238E27FC236}">
                <a16:creationId xmlns:a16="http://schemas.microsoft.com/office/drawing/2014/main" id="{D29117C8-48DD-E903-4A0E-BC8297BA01E1}"/>
              </a:ext>
            </a:extLst>
          </p:cNvPr>
          <p:cNvSpPr/>
          <p:nvPr/>
        </p:nvSpPr>
        <p:spPr>
          <a:xfrm>
            <a:off x="772820" y="2069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24" name="Text 24">
            <a:extLst>
              <a:ext uri="{FF2B5EF4-FFF2-40B4-BE49-F238E27FC236}">
                <a16:creationId xmlns:a16="http://schemas.microsoft.com/office/drawing/2014/main" id="{AD56B2AB-1EC6-2BE3-4168-C749A161F5D7}"/>
              </a:ext>
            </a:extLst>
          </p:cNvPr>
          <p:cNvSpPr txBox="1"/>
          <p:nvPr/>
        </p:nvSpPr>
        <p:spPr>
          <a:xfrm>
            <a:off x="808820" y="2102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125" name="Text 25">
            <a:extLst>
              <a:ext uri="{FF2B5EF4-FFF2-40B4-BE49-F238E27FC236}">
                <a16:creationId xmlns:a16="http://schemas.microsoft.com/office/drawing/2014/main" id="{96A27347-EA4E-9980-F5AF-E60188E256A9}"/>
              </a:ext>
            </a:extLst>
          </p:cNvPr>
          <p:cNvSpPr txBox="1"/>
          <p:nvPr/>
        </p:nvSpPr>
        <p:spPr>
          <a:xfrm>
            <a:off x="1384820" y="2102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126" name="Text 26">
            <a:extLst>
              <a:ext uri="{FF2B5EF4-FFF2-40B4-BE49-F238E27FC236}">
                <a16:creationId xmlns:a16="http://schemas.microsoft.com/office/drawing/2014/main" id="{0315A1A5-9715-0B26-8170-CE060AA8460B}"/>
              </a:ext>
            </a:extLst>
          </p:cNvPr>
          <p:cNvSpPr txBox="1"/>
          <p:nvPr/>
        </p:nvSpPr>
        <p:spPr>
          <a:xfrm>
            <a:off x="1384820" y="2203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127" name="Shape 27">
            <a:extLst>
              <a:ext uri="{FF2B5EF4-FFF2-40B4-BE49-F238E27FC236}">
                <a16:creationId xmlns:a16="http://schemas.microsoft.com/office/drawing/2014/main" id="{4FE6EB67-F7B1-E86A-F6C6-D4ADAC164701}"/>
              </a:ext>
            </a:extLst>
          </p:cNvPr>
          <p:cNvSpPr/>
          <p:nvPr/>
        </p:nvSpPr>
        <p:spPr>
          <a:xfrm>
            <a:off x="772820" y="2379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28" name="Text 28">
            <a:extLst>
              <a:ext uri="{FF2B5EF4-FFF2-40B4-BE49-F238E27FC236}">
                <a16:creationId xmlns:a16="http://schemas.microsoft.com/office/drawing/2014/main" id="{316925D7-4EC8-50DF-4851-D89D4F8AB822}"/>
              </a:ext>
            </a:extLst>
          </p:cNvPr>
          <p:cNvSpPr txBox="1"/>
          <p:nvPr/>
        </p:nvSpPr>
        <p:spPr>
          <a:xfrm>
            <a:off x="808820" y="2411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129" name="Text 29">
            <a:extLst>
              <a:ext uri="{FF2B5EF4-FFF2-40B4-BE49-F238E27FC236}">
                <a16:creationId xmlns:a16="http://schemas.microsoft.com/office/drawing/2014/main" id="{BA2CC395-A683-0821-3228-98503902566D}"/>
              </a:ext>
            </a:extLst>
          </p:cNvPr>
          <p:cNvSpPr txBox="1"/>
          <p:nvPr/>
        </p:nvSpPr>
        <p:spPr>
          <a:xfrm>
            <a:off x="1384820" y="2411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130" name="Text 30">
            <a:extLst>
              <a:ext uri="{FF2B5EF4-FFF2-40B4-BE49-F238E27FC236}">
                <a16:creationId xmlns:a16="http://schemas.microsoft.com/office/drawing/2014/main" id="{3E2E30DE-607D-9EC6-F550-F43FC3C06039}"/>
              </a:ext>
            </a:extLst>
          </p:cNvPr>
          <p:cNvSpPr txBox="1"/>
          <p:nvPr/>
        </p:nvSpPr>
        <p:spPr>
          <a:xfrm>
            <a:off x="1384820" y="25127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131" name="Shape 31">
            <a:extLst>
              <a:ext uri="{FF2B5EF4-FFF2-40B4-BE49-F238E27FC236}">
                <a16:creationId xmlns:a16="http://schemas.microsoft.com/office/drawing/2014/main" id="{13538567-1FD3-473A-BB4A-CD9079F017E5}"/>
              </a:ext>
            </a:extLst>
          </p:cNvPr>
          <p:cNvSpPr/>
          <p:nvPr/>
        </p:nvSpPr>
        <p:spPr>
          <a:xfrm>
            <a:off x="772820" y="2619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32" name="Text 32">
            <a:extLst>
              <a:ext uri="{FF2B5EF4-FFF2-40B4-BE49-F238E27FC236}">
                <a16:creationId xmlns:a16="http://schemas.microsoft.com/office/drawing/2014/main" id="{C2BF095D-01C6-C0AF-85D7-B016E5879EFB}"/>
              </a:ext>
            </a:extLst>
          </p:cNvPr>
          <p:cNvSpPr txBox="1"/>
          <p:nvPr/>
        </p:nvSpPr>
        <p:spPr>
          <a:xfrm>
            <a:off x="808820" y="2652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133" name="Text 33">
            <a:extLst>
              <a:ext uri="{FF2B5EF4-FFF2-40B4-BE49-F238E27FC236}">
                <a16:creationId xmlns:a16="http://schemas.microsoft.com/office/drawing/2014/main" id="{8BA5A06D-417D-E41A-2ED8-9C923BC67892}"/>
              </a:ext>
            </a:extLst>
          </p:cNvPr>
          <p:cNvSpPr txBox="1"/>
          <p:nvPr/>
        </p:nvSpPr>
        <p:spPr>
          <a:xfrm>
            <a:off x="1384820" y="2652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134" name="Text 34">
            <a:extLst>
              <a:ext uri="{FF2B5EF4-FFF2-40B4-BE49-F238E27FC236}">
                <a16:creationId xmlns:a16="http://schemas.microsoft.com/office/drawing/2014/main" id="{C2687695-5E1B-98F2-C3D0-B1CBED53CDFE}"/>
              </a:ext>
            </a:extLst>
          </p:cNvPr>
          <p:cNvSpPr txBox="1"/>
          <p:nvPr/>
        </p:nvSpPr>
        <p:spPr>
          <a:xfrm>
            <a:off x="1384820" y="27539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135" name="Shape 35">
            <a:extLst>
              <a:ext uri="{FF2B5EF4-FFF2-40B4-BE49-F238E27FC236}">
                <a16:creationId xmlns:a16="http://schemas.microsoft.com/office/drawing/2014/main" id="{CBD833EA-1AE3-C56B-0BCF-EC13F01FC9DD}"/>
              </a:ext>
            </a:extLst>
          </p:cNvPr>
          <p:cNvSpPr/>
          <p:nvPr/>
        </p:nvSpPr>
        <p:spPr>
          <a:xfrm>
            <a:off x="772820" y="28611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36" name="Text 36">
            <a:extLst>
              <a:ext uri="{FF2B5EF4-FFF2-40B4-BE49-F238E27FC236}">
                <a16:creationId xmlns:a16="http://schemas.microsoft.com/office/drawing/2014/main" id="{40417AC4-95E6-6914-DCB7-BDD9FBF7B8A6}"/>
              </a:ext>
            </a:extLst>
          </p:cNvPr>
          <p:cNvSpPr txBox="1"/>
          <p:nvPr/>
        </p:nvSpPr>
        <p:spPr>
          <a:xfrm>
            <a:off x="808820" y="28935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137" name="Text 37">
            <a:extLst>
              <a:ext uri="{FF2B5EF4-FFF2-40B4-BE49-F238E27FC236}">
                <a16:creationId xmlns:a16="http://schemas.microsoft.com/office/drawing/2014/main" id="{6CAF515B-3D67-7F95-4D94-78A5704AB834}"/>
              </a:ext>
            </a:extLst>
          </p:cNvPr>
          <p:cNvSpPr txBox="1"/>
          <p:nvPr/>
        </p:nvSpPr>
        <p:spPr>
          <a:xfrm>
            <a:off x="1384820" y="28935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138" name="Text 38">
            <a:extLst>
              <a:ext uri="{FF2B5EF4-FFF2-40B4-BE49-F238E27FC236}">
                <a16:creationId xmlns:a16="http://schemas.microsoft.com/office/drawing/2014/main" id="{355C4361-D1EF-251D-28FA-846BBC2710F5}"/>
              </a:ext>
            </a:extLst>
          </p:cNvPr>
          <p:cNvSpPr txBox="1"/>
          <p:nvPr/>
        </p:nvSpPr>
        <p:spPr>
          <a:xfrm>
            <a:off x="1384820" y="299511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139" name="Shape 39">
            <a:extLst>
              <a:ext uri="{FF2B5EF4-FFF2-40B4-BE49-F238E27FC236}">
                <a16:creationId xmlns:a16="http://schemas.microsoft.com/office/drawing/2014/main" id="{29255933-9736-C936-B6D0-9C8A749D652E}"/>
              </a:ext>
            </a:extLst>
          </p:cNvPr>
          <p:cNvSpPr/>
          <p:nvPr/>
        </p:nvSpPr>
        <p:spPr>
          <a:xfrm>
            <a:off x="772820" y="317007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1F01A458-C1E4-C3C6-39CC-48F8F3BBFECD}"/>
              </a:ext>
            </a:extLst>
          </p:cNvPr>
          <p:cNvSpPr txBox="1"/>
          <p:nvPr/>
        </p:nvSpPr>
        <p:spPr>
          <a:xfrm>
            <a:off x="808820" y="317007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141" name="Text 41">
            <a:extLst>
              <a:ext uri="{FF2B5EF4-FFF2-40B4-BE49-F238E27FC236}">
                <a16:creationId xmlns:a16="http://schemas.microsoft.com/office/drawing/2014/main" id="{841A64F6-D4E9-896C-88E5-70E2AF5DB1DA}"/>
              </a:ext>
            </a:extLst>
          </p:cNvPr>
          <p:cNvSpPr txBox="1"/>
          <p:nvPr/>
        </p:nvSpPr>
        <p:spPr>
          <a:xfrm>
            <a:off x="1384820" y="317007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142" name="Shape 42">
            <a:extLst>
              <a:ext uri="{FF2B5EF4-FFF2-40B4-BE49-F238E27FC236}">
                <a16:creationId xmlns:a16="http://schemas.microsoft.com/office/drawing/2014/main" id="{0ACAF398-D202-B7D2-9DEA-EBC498685FEA}"/>
              </a:ext>
            </a:extLst>
          </p:cNvPr>
          <p:cNvSpPr/>
          <p:nvPr/>
        </p:nvSpPr>
        <p:spPr>
          <a:xfrm>
            <a:off x="772820" y="3321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43" name="Text 43">
            <a:extLst>
              <a:ext uri="{FF2B5EF4-FFF2-40B4-BE49-F238E27FC236}">
                <a16:creationId xmlns:a16="http://schemas.microsoft.com/office/drawing/2014/main" id="{64F95FDA-E1A0-2D16-E8F4-BE4230AC2ED2}"/>
              </a:ext>
            </a:extLst>
          </p:cNvPr>
          <p:cNvSpPr txBox="1"/>
          <p:nvPr/>
        </p:nvSpPr>
        <p:spPr>
          <a:xfrm>
            <a:off x="808820" y="3354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144" name="Text 44">
            <a:extLst>
              <a:ext uri="{FF2B5EF4-FFF2-40B4-BE49-F238E27FC236}">
                <a16:creationId xmlns:a16="http://schemas.microsoft.com/office/drawing/2014/main" id="{4F999964-DD25-9F6A-FF33-E3F88C9C22A3}"/>
              </a:ext>
            </a:extLst>
          </p:cNvPr>
          <p:cNvSpPr txBox="1"/>
          <p:nvPr/>
        </p:nvSpPr>
        <p:spPr>
          <a:xfrm>
            <a:off x="1384820" y="3354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145" name="Text 45">
            <a:extLst>
              <a:ext uri="{FF2B5EF4-FFF2-40B4-BE49-F238E27FC236}">
                <a16:creationId xmlns:a16="http://schemas.microsoft.com/office/drawing/2014/main" id="{EE690804-891B-0D4A-2B4B-38C9A921B804}"/>
              </a:ext>
            </a:extLst>
          </p:cNvPr>
          <p:cNvSpPr txBox="1"/>
          <p:nvPr/>
        </p:nvSpPr>
        <p:spPr>
          <a:xfrm>
            <a:off x="1384820" y="345555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146" name="Shape 46">
            <a:extLst>
              <a:ext uri="{FF2B5EF4-FFF2-40B4-BE49-F238E27FC236}">
                <a16:creationId xmlns:a16="http://schemas.microsoft.com/office/drawing/2014/main" id="{235DC0EE-44F2-6CFD-E4AC-6BB9A30D8258}"/>
              </a:ext>
            </a:extLst>
          </p:cNvPr>
          <p:cNvSpPr/>
          <p:nvPr/>
        </p:nvSpPr>
        <p:spPr>
          <a:xfrm>
            <a:off x="772820" y="35628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47" name="Text 47">
            <a:extLst>
              <a:ext uri="{FF2B5EF4-FFF2-40B4-BE49-F238E27FC236}">
                <a16:creationId xmlns:a16="http://schemas.microsoft.com/office/drawing/2014/main" id="{D568581A-E4FC-0A30-18C7-D20DFA550CF7}"/>
              </a:ext>
            </a:extLst>
          </p:cNvPr>
          <p:cNvSpPr txBox="1"/>
          <p:nvPr/>
        </p:nvSpPr>
        <p:spPr>
          <a:xfrm>
            <a:off x="808820" y="35952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148" name="Text 48">
            <a:extLst>
              <a:ext uri="{FF2B5EF4-FFF2-40B4-BE49-F238E27FC236}">
                <a16:creationId xmlns:a16="http://schemas.microsoft.com/office/drawing/2014/main" id="{8C0F0DC6-E77A-A364-623D-49F97311A8EE}"/>
              </a:ext>
            </a:extLst>
          </p:cNvPr>
          <p:cNvSpPr txBox="1"/>
          <p:nvPr/>
        </p:nvSpPr>
        <p:spPr>
          <a:xfrm>
            <a:off x="1384820" y="35952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149" name="Text 49">
            <a:extLst>
              <a:ext uri="{FF2B5EF4-FFF2-40B4-BE49-F238E27FC236}">
                <a16:creationId xmlns:a16="http://schemas.microsoft.com/office/drawing/2014/main" id="{2DE327D7-0FF1-D18B-5D7E-5900F765B616}"/>
              </a:ext>
            </a:extLst>
          </p:cNvPr>
          <p:cNvSpPr txBox="1"/>
          <p:nvPr/>
        </p:nvSpPr>
        <p:spPr>
          <a:xfrm>
            <a:off x="1384820" y="369675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150" name="Shape 50">
            <a:extLst>
              <a:ext uri="{FF2B5EF4-FFF2-40B4-BE49-F238E27FC236}">
                <a16:creationId xmlns:a16="http://schemas.microsoft.com/office/drawing/2014/main" id="{A97158C3-645C-6D0F-76B7-C3CE47FF75B1}"/>
              </a:ext>
            </a:extLst>
          </p:cNvPr>
          <p:cNvSpPr/>
          <p:nvPr/>
        </p:nvSpPr>
        <p:spPr>
          <a:xfrm>
            <a:off x="772820" y="3872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51" name="Text 51">
            <a:extLst>
              <a:ext uri="{FF2B5EF4-FFF2-40B4-BE49-F238E27FC236}">
                <a16:creationId xmlns:a16="http://schemas.microsoft.com/office/drawing/2014/main" id="{8CF0A03E-7C2C-A0EC-2E4C-9FAEE66613C3}"/>
              </a:ext>
            </a:extLst>
          </p:cNvPr>
          <p:cNvSpPr txBox="1"/>
          <p:nvPr/>
        </p:nvSpPr>
        <p:spPr>
          <a:xfrm>
            <a:off x="808820" y="3904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152" name="Text 52">
            <a:extLst>
              <a:ext uri="{FF2B5EF4-FFF2-40B4-BE49-F238E27FC236}">
                <a16:creationId xmlns:a16="http://schemas.microsoft.com/office/drawing/2014/main" id="{4F9255C3-2EA7-CA34-A67F-AE469159ABF3}"/>
              </a:ext>
            </a:extLst>
          </p:cNvPr>
          <p:cNvSpPr txBox="1"/>
          <p:nvPr/>
        </p:nvSpPr>
        <p:spPr>
          <a:xfrm>
            <a:off x="1384820" y="3904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153" name="Text 53">
            <a:extLst>
              <a:ext uri="{FF2B5EF4-FFF2-40B4-BE49-F238E27FC236}">
                <a16:creationId xmlns:a16="http://schemas.microsoft.com/office/drawing/2014/main" id="{A9FDDDB3-FB90-9E86-40C9-3C67B8FB4693}"/>
              </a:ext>
            </a:extLst>
          </p:cNvPr>
          <p:cNvSpPr txBox="1"/>
          <p:nvPr/>
        </p:nvSpPr>
        <p:spPr>
          <a:xfrm>
            <a:off x="1384820" y="400563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154" name="Shape 54">
            <a:extLst>
              <a:ext uri="{FF2B5EF4-FFF2-40B4-BE49-F238E27FC236}">
                <a16:creationId xmlns:a16="http://schemas.microsoft.com/office/drawing/2014/main" id="{84D98606-8346-2368-898D-F416789E7945}"/>
              </a:ext>
            </a:extLst>
          </p:cNvPr>
          <p:cNvSpPr/>
          <p:nvPr/>
        </p:nvSpPr>
        <p:spPr>
          <a:xfrm>
            <a:off x="772820" y="4112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55" name="Text 55">
            <a:extLst>
              <a:ext uri="{FF2B5EF4-FFF2-40B4-BE49-F238E27FC236}">
                <a16:creationId xmlns:a16="http://schemas.microsoft.com/office/drawing/2014/main" id="{9F9E03F7-F132-E74D-4C77-98477FFD8E98}"/>
              </a:ext>
            </a:extLst>
          </p:cNvPr>
          <p:cNvSpPr txBox="1"/>
          <p:nvPr/>
        </p:nvSpPr>
        <p:spPr>
          <a:xfrm>
            <a:off x="808820" y="4145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156" name="Text 56">
            <a:extLst>
              <a:ext uri="{FF2B5EF4-FFF2-40B4-BE49-F238E27FC236}">
                <a16:creationId xmlns:a16="http://schemas.microsoft.com/office/drawing/2014/main" id="{D2F2E148-9122-BBAB-5A29-4BA9DE2AD11D}"/>
              </a:ext>
            </a:extLst>
          </p:cNvPr>
          <p:cNvSpPr txBox="1"/>
          <p:nvPr/>
        </p:nvSpPr>
        <p:spPr>
          <a:xfrm>
            <a:off x="1384820" y="4145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157" name="Text 57">
            <a:extLst>
              <a:ext uri="{FF2B5EF4-FFF2-40B4-BE49-F238E27FC236}">
                <a16:creationId xmlns:a16="http://schemas.microsoft.com/office/drawing/2014/main" id="{DB85E0ED-BE5F-E0ED-4002-40549C56BCE6}"/>
              </a:ext>
            </a:extLst>
          </p:cNvPr>
          <p:cNvSpPr txBox="1"/>
          <p:nvPr/>
        </p:nvSpPr>
        <p:spPr>
          <a:xfrm>
            <a:off x="1384820" y="4246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158" name="Shape 58">
            <a:extLst>
              <a:ext uri="{FF2B5EF4-FFF2-40B4-BE49-F238E27FC236}">
                <a16:creationId xmlns:a16="http://schemas.microsoft.com/office/drawing/2014/main" id="{0C3006A9-C9EF-EAA3-EA88-A767CBBD97C3}"/>
              </a:ext>
            </a:extLst>
          </p:cNvPr>
          <p:cNvSpPr/>
          <p:nvPr/>
        </p:nvSpPr>
        <p:spPr>
          <a:xfrm>
            <a:off x="772820" y="442179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59" name="Text 59">
            <a:extLst>
              <a:ext uri="{FF2B5EF4-FFF2-40B4-BE49-F238E27FC236}">
                <a16:creationId xmlns:a16="http://schemas.microsoft.com/office/drawing/2014/main" id="{59954D78-DFA3-E58A-85C2-E47E0E14E685}"/>
              </a:ext>
            </a:extLst>
          </p:cNvPr>
          <p:cNvSpPr txBox="1"/>
          <p:nvPr/>
        </p:nvSpPr>
        <p:spPr>
          <a:xfrm>
            <a:off x="808820" y="442179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160" name="Text 60">
            <a:extLst>
              <a:ext uri="{FF2B5EF4-FFF2-40B4-BE49-F238E27FC236}">
                <a16:creationId xmlns:a16="http://schemas.microsoft.com/office/drawing/2014/main" id="{1EF52C92-22AC-7CF5-FE84-02700B91E4A1}"/>
              </a:ext>
            </a:extLst>
          </p:cNvPr>
          <p:cNvSpPr txBox="1"/>
          <p:nvPr/>
        </p:nvSpPr>
        <p:spPr>
          <a:xfrm>
            <a:off x="1384820" y="442179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161" name="Shape 61">
            <a:extLst>
              <a:ext uri="{FF2B5EF4-FFF2-40B4-BE49-F238E27FC236}">
                <a16:creationId xmlns:a16="http://schemas.microsoft.com/office/drawing/2014/main" id="{3EC48E3A-6759-D40E-9C86-5EBB56A66B7C}"/>
              </a:ext>
            </a:extLst>
          </p:cNvPr>
          <p:cNvSpPr/>
          <p:nvPr/>
        </p:nvSpPr>
        <p:spPr>
          <a:xfrm>
            <a:off x="772820" y="4638514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162" name="Text 63">
            <a:extLst>
              <a:ext uri="{FF2B5EF4-FFF2-40B4-BE49-F238E27FC236}">
                <a16:creationId xmlns:a16="http://schemas.microsoft.com/office/drawing/2014/main" id="{B5D6852B-5EF1-FE35-ED7D-6C42289B0037}"/>
              </a:ext>
            </a:extLst>
          </p:cNvPr>
          <p:cNvSpPr txBox="1"/>
          <p:nvPr/>
        </p:nvSpPr>
        <p:spPr>
          <a:xfrm>
            <a:off x="772820" y="4730314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164" name="Shape 0">
            <a:extLst>
              <a:ext uri="{FF2B5EF4-FFF2-40B4-BE49-F238E27FC236}">
                <a16:creationId xmlns:a16="http://schemas.microsoft.com/office/drawing/2014/main" id="{FB85E23A-CFF5-C102-ECE0-32CFEB45B24B}"/>
              </a:ext>
            </a:extLst>
          </p:cNvPr>
          <p:cNvSpPr/>
          <p:nvPr/>
        </p:nvSpPr>
        <p:spPr>
          <a:xfrm>
            <a:off x="3788583" y="536314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165" name="Shape 1">
            <a:extLst>
              <a:ext uri="{FF2B5EF4-FFF2-40B4-BE49-F238E27FC236}">
                <a16:creationId xmlns:a16="http://schemas.microsoft.com/office/drawing/2014/main" id="{DE0F3368-79ED-7EAE-9CF9-260E8EA952D9}"/>
              </a:ext>
            </a:extLst>
          </p:cNvPr>
          <p:cNvSpPr/>
          <p:nvPr/>
        </p:nvSpPr>
        <p:spPr>
          <a:xfrm>
            <a:off x="4022583" y="73431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66" name="Text 2">
            <a:extLst>
              <a:ext uri="{FF2B5EF4-FFF2-40B4-BE49-F238E27FC236}">
                <a16:creationId xmlns:a16="http://schemas.microsoft.com/office/drawing/2014/main" id="{C1DB9D4F-2164-813F-178B-3184024634A6}"/>
              </a:ext>
            </a:extLst>
          </p:cNvPr>
          <p:cNvSpPr txBox="1"/>
          <p:nvPr/>
        </p:nvSpPr>
        <p:spPr>
          <a:xfrm>
            <a:off x="4058583" y="73431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167" name="Text 3">
            <a:extLst>
              <a:ext uri="{FF2B5EF4-FFF2-40B4-BE49-F238E27FC236}">
                <a16:creationId xmlns:a16="http://schemas.microsoft.com/office/drawing/2014/main" id="{071F76EB-28BD-B737-F7B5-B3D6983D3B7A}"/>
              </a:ext>
            </a:extLst>
          </p:cNvPr>
          <p:cNvSpPr txBox="1"/>
          <p:nvPr/>
        </p:nvSpPr>
        <p:spPr>
          <a:xfrm>
            <a:off x="4634583" y="73431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168" name="Shape 4">
            <a:extLst>
              <a:ext uri="{FF2B5EF4-FFF2-40B4-BE49-F238E27FC236}">
                <a16:creationId xmlns:a16="http://schemas.microsoft.com/office/drawing/2014/main" id="{4F36BD74-CB55-ED11-E7F5-8F4ADA7D8B1C}"/>
              </a:ext>
            </a:extLst>
          </p:cNvPr>
          <p:cNvSpPr/>
          <p:nvPr/>
        </p:nvSpPr>
        <p:spPr>
          <a:xfrm>
            <a:off x="4022583" y="8862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69" name="Text 5">
            <a:extLst>
              <a:ext uri="{FF2B5EF4-FFF2-40B4-BE49-F238E27FC236}">
                <a16:creationId xmlns:a16="http://schemas.microsoft.com/office/drawing/2014/main" id="{CF95CECB-C5FC-B30E-12A9-D862C64C76C4}"/>
              </a:ext>
            </a:extLst>
          </p:cNvPr>
          <p:cNvSpPr txBox="1"/>
          <p:nvPr/>
        </p:nvSpPr>
        <p:spPr>
          <a:xfrm>
            <a:off x="4058583" y="9186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170" name="Text 6">
            <a:extLst>
              <a:ext uri="{FF2B5EF4-FFF2-40B4-BE49-F238E27FC236}">
                <a16:creationId xmlns:a16="http://schemas.microsoft.com/office/drawing/2014/main" id="{C200843E-CC96-97E1-F052-B5A2AE7B8604}"/>
              </a:ext>
            </a:extLst>
          </p:cNvPr>
          <p:cNvSpPr txBox="1"/>
          <p:nvPr/>
        </p:nvSpPr>
        <p:spPr>
          <a:xfrm>
            <a:off x="4634583" y="9186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171" name="Text 7">
            <a:extLst>
              <a:ext uri="{FF2B5EF4-FFF2-40B4-BE49-F238E27FC236}">
                <a16:creationId xmlns:a16="http://schemas.microsoft.com/office/drawing/2014/main" id="{64961603-C64C-4D1D-B4D4-8F872342AC6F}"/>
              </a:ext>
            </a:extLst>
          </p:cNvPr>
          <p:cNvSpPr txBox="1"/>
          <p:nvPr/>
        </p:nvSpPr>
        <p:spPr>
          <a:xfrm>
            <a:off x="4634583" y="10197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172" name="Shape 8">
            <a:extLst>
              <a:ext uri="{FF2B5EF4-FFF2-40B4-BE49-F238E27FC236}">
                <a16:creationId xmlns:a16="http://schemas.microsoft.com/office/drawing/2014/main" id="{A26979B3-D3A4-4281-C8F8-52FFC376926E}"/>
              </a:ext>
            </a:extLst>
          </p:cNvPr>
          <p:cNvSpPr/>
          <p:nvPr/>
        </p:nvSpPr>
        <p:spPr>
          <a:xfrm>
            <a:off x="4022583" y="1127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73" name="Text 9">
            <a:extLst>
              <a:ext uri="{FF2B5EF4-FFF2-40B4-BE49-F238E27FC236}">
                <a16:creationId xmlns:a16="http://schemas.microsoft.com/office/drawing/2014/main" id="{6A152D10-8D01-3503-5B72-546054F0BA96}"/>
              </a:ext>
            </a:extLst>
          </p:cNvPr>
          <p:cNvSpPr txBox="1"/>
          <p:nvPr/>
        </p:nvSpPr>
        <p:spPr>
          <a:xfrm>
            <a:off x="4058583" y="1159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174" name="Text 10">
            <a:extLst>
              <a:ext uri="{FF2B5EF4-FFF2-40B4-BE49-F238E27FC236}">
                <a16:creationId xmlns:a16="http://schemas.microsoft.com/office/drawing/2014/main" id="{2EE5F04A-8913-7344-CD59-434C1247CB61}"/>
              </a:ext>
            </a:extLst>
          </p:cNvPr>
          <p:cNvSpPr txBox="1"/>
          <p:nvPr/>
        </p:nvSpPr>
        <p:spPr>
          <a:xfrm>
            <a:off x="4634583" y="1159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175" name="Text 11">
            <a:extLst>
              <a:ext uri="{FF2B5EF4-FFF2-40B4-BE49-F238E27FC236}">
                <a16:creationId xmlns:a16="http://schemas.microsoft.com/office/drawing/2014/main" id="{4B11DECE-8CE4-4E5C-2267-3C871D00E6D4}"/>
              </a:ext>
            </a:extLst>
          </p:cNvPr>
          <p:cNvSpPr txBox="1"/>
          <p:nvPr/>
        </p:nvSpPr>
        <p:spPr>
          <a:xfrm>
            <a:off x="4634583" y="12609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176" name="Shape 12">
            <a:extLst>
              <a:ext uri="{FF2B5EF4-FFF2-40B4-BE49-F238E27FC236}">
                <a16:creationId xmlns:a16="http://schemas.microsoft.com/office/drawing/2014/main" id="{649EFA4A-A88A-E636-E11C-C5D1804AF032}"/>
              </a:ext>
            </a:extLst>
          </p:cNvPr>
          <p:cNvSpPr/>
          <p:nvPr/>
        </p:nvSpPr>
        <p:spPr>
          <a:xfrm>
            <a:off x="4022583" y="13682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77" name="Text 13">
            <a:extLst>
              <a:ext uri="{FF2B5EF4-FFF2-40B4-BE49-F238E27FC236}">
                <a16:creationId xmlns:a16="http://schemas.microsoft.com/office/drawing/2014/main" id="{843AAF5A-4931-822C-CFA5-7C88684E9264}"/>
              </a:ext>
            </a:extLst>
          </p:cNvPr>
          <p:cNvSpPr txBox="1"/>
          <p:nvPr/>
        </p:nvSpPr>
        <p:spPr>
          <a:xfrm>
            <a:off x="4058583" y="14006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178" name="Text 14">
            <a:extLst>
              <a:ext uri="{FF2B5EF4-FFF2-40B4-BE49-F238E27FC236}">
                <a16:creationId xmlns:a16="http://schemas.microsoft.com/office/drawing/2014/main" id="{61D32BE5-379A-5FE9-31D0-AB89951A319D}"/>
              </a:ext>
            </a:extLst>
          </p:cNvPr>
          <p:cNvSpPr txBox="1"/>
          <p:nvPr/>
        </p:nvSpPr>
        <p:spPr>
          <a:xfrm>
            <a:off x="4634583" y="14006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40633B1E-ACAF-7CD5-A319-E6D2F147EACF}"/>
              </a:ext>
            </a:extLst>
          </p:cNvPr>
          <p:cNvSpPr txBox="1"/>
          <p:nvPr/>
        </p:nvSpPr>
        <p:spPr>
          <a:xfrm>
            <a:off x="4634583" y="150219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180" name="Shape 16">
            <a:extLst>
              <a:ext uri="{FF2B5EF4-FFF2-40B4-BE49-F238E27FC236}">
                <a16:creationId xmlns:a16="http://schemas.microsoft.com/office/drawing/2014/main" id="{42080936-D57F-DA56-C442-7F133B1704CA}"/>
              </a:ext>
            </a:extLst>
          </p:cNvPr>
          <p:cNvSpPr/>
          <p:nvPr/>
        </p:nvSpPr>
        <p:spPr>
          <a:xfrm>
            <a:off x="4022583" y="1677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81" name="Text 17">
            <a:extLst>
              <a:ext uri="{FF2B5EF4-FFF2-40B4-BE49-F238E27FC236}">
                <a16:creationId xmlns:a16="http://schemas.microsoft.com/office/drawing/2014/main" id="{285F7718-2B0B-4C0F-550A-3389CD77C981}"/>
              </a:ext>
            </a:extLst>
          </p:cNvPr>
          <p:cNvSpPr txBox="1"/>
          <p:nvPr/>
        </p:nvSpPr>
        <p:spPr>
          <a:xfrm>
            <a:off x="4058583" y="1709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182" name="Text 18">
            <a:extLst>
              <a:ext uri="{FF2B5EF4-FFF2-40B4-BE49-F238E27FC236}">
                <a16:creationId xmlns:a16="http://schemas.microsoft.com/office/drawing/2014/main" id="{3BEB4AE2-E5B3-DCD2-63B4-894CE15497B7}"/>
              </a:ext>
            </a:extLst>
          </p:cNvPr>
          <p:cNvSpPr txBox="1"/>
          <p:nvPr/>
        </p:nvSpPr>
        <p:spPr>
          <a:xfrm>
            <a:off x="4634583" y="1709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183" name="Text 19">
            <a:extLst>
              <a:ext uri="{FF2B5EF4-FFF2-40B4-BE49-F238E27FC236}">
                <a16:creationId xmlns:a16="http://schemas.microsoft.com/office/drawing/2014/main" id="{3EAC39AC-4656-8E82-8922-C2C8FB544A68}"/>
              </a:ext>
            </a:extLst>
          </p:cNvPr>
          <p:cNvSpPr txBox="1"/>
          <p:nvPr/>
        </p:nvSpPr>
        <p:spPr>
          <a:xfrm>
            <a:off x="4634583" y="181107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184" name="Shape 20">
            <a:extLst>
              <a:ext uri="{FF2B5EF4-FFF2-40B4-BE49-F238E27FC236}">
                <a16:creationId xmlns:a16="http://schemas.microsoft.com/office/drawing/2014/main" id="{367A58EE-80A2-BF2F-831F-9DE46F2595FF}"/>
              </a:ext>
            </a:extLst>
          </p:cNvPr>
          <p:cNvSpPr/>
          <p:nvPr/>
        </p:nvSpPr>
        <p:spPr>
          <a:xfrm>
            <a:off x="4022583" y="191835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85" name="Text 21">
            <a:extLst>
              <a:ext uri="{FF2B5EF4-FFF2-40B4-BE49-F238E27FC236}">
                <a16:creationId xmlns:a16="http://schemas.microsoft.com/office/drawing/2014/main" id="{24F4535B-63F8-D681-9ABB-ADE314E67546}"/>
              </a:ext>
            </a:extLst>
          </p:cNvPr>
          <p:cNvSpPr txBox="1"/>
          <p:nvPr/>
        </p:nvSpPr>
        <p:spPr>
          <a:xfrm>
            <a:off x="4058583" y="191835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186" name="Text 22">
            <a:extLst>
              <a:ext uri="{FF2B5EF4-FFF2-40B4-BE49-F238E27FC236}">
                <a16:creationId xmlns:a16="http://schemas.microsoft.com/office/drawing/2014/main" id="{69067489-5CD6-5E10-09C8-BD14A5F301AB}"/>
              </a:ext>
            </a:extLst>
          </p:cNvPr>
          <p:cNvSpPr txBox="1"/>
          <p:nvPr/>
        </p:nvSpPr>
        <p:spPr>
          <a:xfrm>
            <a:off x="4634583" y="191835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187" name="Shape 23">
            <a:extLst>
              <a:ext uri="{FF2B5EF4-FFF2-40B4-BE49-F238E27FC236}">
                <a16:creationId xmlns:a16="http://schemas.microsoft.com/office/drawing/2014/main" id="{1CF2EFD0-D6A4-4ABB-3930-D3D9D0B8010B}"/>
              </a:ext>
            </a:extLst>
          </p:cNvPr>
          <p:cNvSpPr/>
          <p:nvPr/>
        </p:nvSpPr>
        <p:spPr>
          <a:xfrm>
            <a:off x="4022583" y="2069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88" name="Text 24">
            <a:extLst>
              <a:ext uri="{FF2B5EF4-FFF2-40B4-BE49-F238E27FC236}">
                <a16:creationId xmlns:a16="http://schemas.microsoft.com/office/drawing/2014/main" id="{749F1B63-130E-5213-9264-57184EA45C34}"/>
              </a:ext>
            </a:extLst>
          </p:cNvPr>
          <p:cNvSpPr txBox="1"/>
          <p:nvPr/>
        </p:nvSpPr>
        <p:spPr>
          <a:xfrm>
            <a:off x="4058583" y="2102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189" name="Text 25">
            <a:extLst>
              <a:ext uri="{FF2B5EF4-FFF2-40B4-BE49-F238E27FC236}">
                <a16:creationId xmlns:a16="http://schemas.microsoft.com/office/drawing/2014/main" id="{9E9B2ED9-93C1-CAC4-2754-E0FFC1579BB3}"/>
              </a:ext>
            </a:extLst>
          </p:cNvPr>
          <p:cNvSpPr txBox="1"/>
          <p:nvPr/>
        </p:nvSpPr>
        <p:spPr>
          <a:xfrm>
            <a:off x="4634583" y="2102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190" name="Text 26">
            <a:extLst>
              <a:ext uri="{FF2B5EF4-FFF2-40B4-BE49-F238E27FC236}">
                <a16:creationId xmlns:a16="http://schemas.microsoft.com/office/drawing/2014/main" id="{711AE56C-A9F9-D31B-BC48-8B68B5C059A8}"/>
              </a:ext>
            </a:extLst>
          </p:cNvPr>
          <p:cNvSpPr txBox="1"/>
          <p:nvPr/>
        </p:nvSpPr>
        <p:spPr>
          <a:xfrm>
            <a:off x="4634583" y="2203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191" name="Shape 27">
            <a:extLst>
              <a:ext uri="{FF2B5EF4-FFF2-40B4-BE49-F238E27FC236}">
                <a16:creationId xmlns:a16="http://schemas.microsoft.com/office/drawing/2014/main" id="{F679C893-7CB9-FC87-ECB5-4657CC52E9EC}"/>
              </a:ext>
            </a:extLst>
          </p:cNvPr>
          <p:cNvSpPr/>
          <p:nvPr/>
        </p:nvSpPr>
        <p:spPr>
          <a:xfrm>
            <a:off x="4022583" y="2379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92" name="Text 28">
            <a:extLst>
              <a:ext uri="{FF2B5EF4-FFF2-40B4-BE49-F238E27FC236}">
                <a16:creationId xmlns:a16="http://schemas.microsoft.com/office/drawing/2014/main" id="{1881760C-B677-07C0-29BE-1555A1A27C2F}"/>
              </a:ext>
            </a:extLst>
          </p:cNvPr>
          <p:cNvSpPr txBox="1"/>
          <p:nvPr/>
        </p:nvSpPr>
        <p:spPr>
          <a:xfrm>
            <a:off x="4058583" y="2411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193" name="Text 29">
            <a:extLst>
              <a:ext uri="{FF2B5EF4-FFF2-40B4-BE49-F238E27FC236}">
                <a16:creationId xmlns:a16="http://schemas.microsoft.com/office/drawing/2014/main" id="{994ACE55-B2B6-08B2-6B2C-6F6781589684}"/>
              </a:ext>
            </a:extLst>
          </p:cNvPr>
          <p:cNvSpPr txBox="1"/>
          <p:nvPr/>
        </p:nvSpPr>
        <p:spPr>
          <a:xfrm>
            <a:off x="4634583" y="2411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194" name="Text 30">
            <a:extLst>
              <a:ext uri="{FF2B5EF4-FFF2-40B4-BE49-F238E27FC236}">
                <a16:creationId xmlns:a16="http://schemas.microsoft.com/office/drawing/2014/main" id="{E9598840-F0A3-C0E3-6080-359308EF9710}"/>
              </a:ext>
            </a:extLst>
          </p:cNvPr>
          <p:cNvSpPr txBox="1"/>
          <p:nvPr/>
        </p:nvSpPr>
        <p:spPr>
          <a:xfrm>
            <a:off x="4634583" y="25127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195" name="Shape 31">
            <a:extLst>
              <a:ext uri="{FF2B5EF4-FFF2-40B4-BE49-F238E27FC236}">
                <a16:creationId xmlns:a16="http://schemas.microsoft.com/office/drawing/2014/main" id="{DC18E72B-0E4D-AD5C-D1A0-A6E0C54B8D75}"/>
              </a:ext>
            </a:extLst>
          </p:cNvPr>
          <p:cNvSpPr/>
          <p:nvPr/>
        </p:nvSpPr>
        <p:spPr>
          <a:xfrm>
            <a:off x="4022583" y="2619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96" name="Text 32">
            <a:extLst>
              <a:ext uri="{FF2B5EF4-FFF2-40B4-BE49-F238E27FC236}">
                <a16:creationId xmlns:a16="http://schemas.microsoft.com/office/drawing/2014/main" id="{2E63BB5D-D29E-B51A-B929-083B872536F7}"/>
              </a:ext>
            </a:extLst>
          </p:cNvPr>
          <p:cNvSpPr txBox="1"/>
          <p:nvPr/>
        </p:nvSpPr>
        <p:spPr>
          <a:xfrm>
            <a:off x="4058583" y="2652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197" name="Text 33">
            <a:extLst>
              <a:ext uri="{FF2B5EF4-FFF2-40B4-BE49-F238E27FC236}">
                <a16:creationId xmlns:a16="http://schemas.microsoft.com/office/drawing/2014/main" id="{A1196E5A-428F-D898-DFFE-E942224E4B05}"/>
              </a:ext>
            </a:extLst>
          </p:cNvPr>
          <p:cNvSpPr txBox="1"/>
          <p:nvPr/>
        </p:nvSpPr>
        <p:spPr>
          <a:xfrm>
            <a:off x="4634583" y="2652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198" name="Text 34">
            <a:extLst>
              <a:ext uri="{FF2B5EF4-FFF2-40B4-BE49-F238E27FC236}">
                <a16:creationId xmlns:a16="http://schemas.microsoft.com/office/drawing/2014/main" id="{14036EAF-973E-49FC-D1D5-D518EA5D9368}"/>
              </a:ext>
            </a:extLst>
          </p:cNvPr>
          <p:cNvSpPr txBox="1"/>
          <p:nvPr/>
        </p:nvSpPr>
        <p:spPr>
          <a:xfrm>
            <a:off x="4634583" y="27539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199" name="Shape 35">
            <a:extLst>
              <a:ext uri="{FF2B5EF4-FFF2-40B4-BE49-F238E27FC236}">
                <a16:creationId xmlns:a16="http://schemas.microsoft.com/office/drawing/2014/main" id="{0C345631-4327-95B5-72E7-3A1420DA718A}"/>
              </a:ext>
            </a:extLst>
          </p:cNvPr>
          <p:cNvSpPr/>
          <p:nvPr/>
        </p:nvSpPr>
        <p:spPr>
          <a:xfrm>
            <a:off x="4022583" y="28611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00" name="Text 36">
            <a:extLst>
              <a:ext uri="{FF2B5EF4-FFF2-40B4-BE49-F238E27FC236}">
                <a16:creationId xmlns:a16="http://schemas.microsoft.com/office/drawing/2014/main" id="{30979EAC-D583-79C0-30EC-73F89EE4E12D}"/>
              </a:ext>
            </a:extLst>
          </p:cNvPr>
          <p:cNvSpPr txBox="1"/>
          <p:nvPr/>
        </p:nvSpPr>
        <p:spPr>
          <a:xfrm>
            <a:off x="4058583" y="28935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201" name="Text 37">
            <a:extLst>
              <a:ext uri="{FF2B5EF4-FFF2-40B4-BE49-F238E27FC236}">
                <a16:creationId xmlns:a16="http://schemas.microsoft.com/office/drawing/2014/main" id="{9633E475-9086-4F65-2242-8DEC6FF097D2}"/>
              </a:ext>
            </a:extLst>
          </p:cNvPr>
          <p:cNvSpPr txBox="1"/>
          <p:nvPr/>
        </p:nvSpPr>
        <p:spPr>
          <a:xfrm>
            <a:off x="4634583" y="28935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202" name="Text 38">
            <a:extLst>
              <a:ext uri="{FF2B5EF4-FFF2-40B4-BE49-F238E27FC236}">
                <a16:creationId xmlns:a16="http://schemas.microsoft.com/office/drawing/2014/main" id="{CAC7BC22-AC56-1491-E9A2-5AA104047C14}"/>
              </a:ext>
            </a:extLst>
          </p:cNvPr>
          <p:cNvSpPr txBox="1"/>
          <p:nvPr/>
        </p:nvSpPr>
        <p:spPr>
          <a:xfrm>
            <a:off x="4634583" y="299511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203" name="Shape 39">
            <a:extLst>
              <a:ext uri="{FF2B5EF4-FFF2-40B4-BE49-F238E27FC236}">
                <a16:creationId xmlns:a16="http://schemas.microsoft.com/office/drawing/2014/main" id="{F0CC4DBE-06D8-3092-500F-D3D971768398}"/>
              </a:ext>
            </a:extLst>
          </p:cNvPr>
          <p:cNvSpPr/>
          <p:nvPr/>
        </p:nvSpPr>
        <p:spPr>
          <a:xfrm>
            <a:off x="4022583" y="317007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04" name="Text 40">
            <a:extLst>
              <a:ext uri="{FF2B5EF4-FFF2-40B4-BE49-F238E27FC236}">
                <a16:creationId xmlns:a16="http://schemas.microsoft.com/office/drawing/2014/main" id="{A7CD4F6A-6EF8-27AC-89D4-E10CDC13F113}"/>
              </a:ext>
            </a:extLst>
          </p:cNvPr>
          <p:cNvSpPr txBox="1"/>
          <p:nvPr/>
        </p:nvSpPr>
        <p:spPr>
          <a:xfrm>
            <a:off x="4058583" y="317007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205" name="Text 41">
            <a:extLst>
              <a:ext uri="{FF2B5EF4-FFF2-40B4-BE49-F238E27FC236}">
                <a16:creationId xmlns:a16="http://schemas.microsoft.com/office/drawing/2014/main" id="{D33AB9F4-9689-FF2D-26E9-D1882EB01EDB}"/>
              </a:ext>
            </a:extLst>
          </p:cNvPr>
          <p:cNvSpPr txBox="1"/>
          <p:nvPr/>
        </p:nvSpPr>
        <p:spPr>
          <a:xfrm>
            <a:off x="4634583" y="317007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206" name="Shape 42">
            <a:extLst>
              <a:ext uri="{FF2B5EF4-FFF2-40B4-BE49-F238E27FC236}">
                <a16:creationId xmlns:a16="http://schemas.microsoft.com/office/drawing/2014/main" id="{0E2893C7-19F3-CDF0-8114-C48F1DCF9027}"/>
              </a:ext>
            </a:extLst>
          </p:cNvPr>
          <p:cNvSpPr/>
          <p:nvPr/>
        </p:nvSpPr>
        <p:spPr>
          <a:xfrm>
            <a:off x="4022583" y="3321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07" name="Text 43">
            <a:extLst>
              <a:ext uri="{FF2B5EF4-FFF2-40B4-BE49-F238E27FC236}">
                <a16:creationId xmlns:a16="http://schemas.microsoft.com/office/drawing/2014/main" id="{41220443-8D0A-C9A9-E177-D4552B87B542}"/>
              </a:ext>
            </a:extLst>
          </p:cNvPr>
          <p:cNvSpPr txBox="1"/>
          <p:nvPr/>
        </p:nvSpPr>
        <p:spPr>
          <a:xfrm>
            <a:off x="4058583" y="3354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208" name="Text 44">
            <a:extLst>
              <a:ext uri="{FF2B5EF4-FFF2-40B4-BE49-F238E27FC236}">
                <a16:creationId xmlns:a16="http://schemas.microsoft.com/office/drawing/2014/main" id="{2527B9D6-B399-04EA-B60F-316B425DE531}"/>
              </a:ext>
            </a:extLst>
          </p:cNvPr>
          <p:cNvSpPr txBox="1"/>
          <p:nvPr/>
        </p:nvSpPr>
        <p:spPr>
          <a:xfrm>
            <a:off x="4634583" y="3354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209" name="Text 45">
            <a:extLst>
              <a:ext uri="{FF2B5EF4-FFF2-40B4-BE49-F238E27FC236}">
                <a16:creationId xmlns:a16="http://schemas.microsoft.com/office/drawing/2014/main" id="{1DF132C6-DDD4-2371-236D-9A72C6B6465B}"/>
              </a:ext>
            </a:extLst>
          </p:cNvPr>
          <p:cNvSpPr txBox="1"/>
          <p:nvPr/>
        </p:nvSpPr>
        <p:spPr>
          <a:xfrm>
            <a:off x="4634583" y="345555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210" name="Shape 46">
            <a:extLst>
              <a:ext uri="{FF2B5EF4-FFF2-40B4-BE49-F238E27FC236}">
                <a16:creationId xmlns:a16="http://schemas.microsoft.com/office/drawing/2014/main" id="{64BB279C-D782-9E5B-8EEC-03DFE15CF6F3}"/>
              </a:ext>
            </a:extLst>
          </p:cNvPr>
          <p:cNvSpPr/>
          <p:nvPr/>
        </p:nvSpPr>
        <p:spPr>
          <a:xfrm>
            <a:off x="4022583" y="35628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1" name="Text 47">
            <a:extLst>
              <a:ext uri="{FF2B5EF4-FFF2-40B4-BE49-F238E27FC236}">
                <a16:creationId xmlns:a16="http://schemas.microsoft.com/office/drawing/2014/main" id="{16827CCE-7953-8522-1C76-9D2194F3E50C}"/>
              </a:ext>
            </a:extLst>
          </p:cNvPr>
          <p:cNvSpPr txBox="1"/>
          <p:nvPr/>
        </p:nvSpPr>
        <p:spPr>
          <a:xfrm>
            <a:off x="4058583" y="35952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212" name="Text 48">
            <a:extLst>
              <a:ext uri="{FF2B5EF4-FFF2-40B4-BE49-F238E27FC236}">
                <a16:creationId xmlns:a16="http://schemas.microsoft.com/office/drawing/2014/main" id="{726E4708-60DE-EE9C-3D34-F6A3E6CD7148}"/>
              </a:ext>
            </a:extLst>
          </p:cNvPr>
          <p:cNvSpPr txBox="1"/>
          <p:nvPr/>
        </p:nvSpPr>
        <p:spPr>
          <a:xfrm>
            <a:off x="4634583" y="35952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213" name="Text 49">
            <a:extLst>
              <a:ext uri="{FF2B5EF4-FFF2-40B4-BE49-F238E27FC236}">
                <a16:creationId xmlns:a16="http://schemas.microsoft.com/office/drawing/2014/main" id="{61EDA7C7-81C2-7482-E724-6FD1CE460D4D}"/>
              </a:ext>
            </a:extLst>
          </p:cNvPr>
          <p:cNvSpPr txBox="1"/>
          <p:nvPr/>
        </p:nvSpPr>
        <p:spPr>
          <a:xfrm>
            <a:off x="4634583" y="369675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214" name="Shape 50">
            <a:extLst>
              <a:ext uri="{FF2B5EF4-FFF2-40B4-BE49-F238E27FC236}">
                <a16:creationId xmlns:a16="http://schemas.microsoft.com/office/drawing/2014/main" id="{6E02B0B7-9CD6-A8B0-844C-E258EE05340E}"/>
              </a:ext>
            </a:extLst>
          </p:cNvPr>
          <p:cNvSpPr/>
          <p:nvPr/>
        </p:nvSpPr>
        <p:spPr>
          <a:xfrm>
            <a:off x="4022583" y="3872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5" name="Text 51">
            <a:extLst>
              <a:ext uri="{FF2B5EF4-FFF2-40B4-BE49-F238E27FC236}">
                <a16:creationId xmlns:a16="http://schemas.microsoft.com/office/drawing/2014/main" id="{42465B88-A318-9489-670E-F05B570AC910}"/>
              </a:ext>
            </a:extLst>
          </p:cNvPr>
          <p:cNvSpPr txBox="1"/>
          <p:nvPr/>
        </p:nvSpPr>
        <p:spPr>
          <a:xfrm>
            <a:off x="4058583" y="3904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216" name="Text 52">
            <a:extLst>
              <a:ext uri="{FF2B5EF4-FFF2-40B4-BE49-F238E27FC236}">
                <a16:creationId xmlns:a16="http://schemas.microsoft.com/office/drawing/2014/main" id="{2E632BF1-E7BC-DF3F-32EB-328E0A41D4BE}"/>
              </a:ext>
            </a:extLst>
          </p:cNvPr>
          <p:cNvSpPr txBox="1"/>
          <p:nvPr/>
        </p:nvSpPr>
        <p:spPr>
          <a:xfrm>
            <a:off x="4634583" y="3904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217" name="Text 53">
            <a:extLst>
              <a:ext uri="{FF2B5EF4-FFF2-40B4-BE49-F238E27FC236}">
                <a16:creationId xmlns:a16="http://schemas.microsoft.com/office/drawing/2014/main" id="{D9CAD431-5386-B64E-6BF5-942457E988C0}"/>
              </a:ext>
            </a:extLst>
          </p:cNvPr>
          <p:cNvSpPr txBox="1"/>
          <p:nvPr/>
        </p:nvSpPr>
        <p:spPr>
          <a:xfrm>
            <a:off x="4634583" y="400563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218" name="Shape 54">
            <a:extLst>
              <a:ext uri="{FF2B5EF4-FFF2-40B4-BE49-F238E27FC236}">
                <a16:creationId xmlns:a16="http://schemas.microsoft.com/office/drawing/2014/main" id="{AC4C76FA-635F-DEB5-84DB-406C4E01EC4D}"/>
              </a:ext>
            </a:extLst>
          </p:cNvPr>
          <p:cNvSpPr/>
          <p:nvPr/>
        </p:nvSpPr>
        <p:spPr>
          <a:xfrm>
            <a:off x="4022583" y="4112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9" name="Text 55">
            <a:extLst>
              <a:ext uri="{FF2B5EF4-FFF2-40B4-BE49-F238E27FC236}">
                <a16:creationId xmlns:a16="http://schemas.microsoft.com/office/drawing/2014/main" id="{4E531EA0-1793-E2C2-D943-A0C4EB6B5A74}"/>
              </a:ext>
            </a:extLst>
          </p:cNvPr>
          <p:cNvSpPr txBox="1"/>
          <p:nvPr/>
        </p:nvSpPr>
        <p:spPr>
          <a:xfrm>
            <a:off x="4058583" y="4145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220" name="Text 56">
            <a:extLst>
              <a:ext uri="{FF2B5EF4-FFF2-40B4-BE49-F238E27FC236}">
                <a16:creationId xmlns:a16="http://schemas.microsoft.com/office/drawing/2014/main" id="{C079A1A5-F3FE-737C-2A83-64A44FE34358}"/>
              </a:ext>
            </a:extLst>
          </p:cNvPr>
          <p:cNvSpPr txBox="1"/>
          <p:nvPr/>
        </p:nvSpPr>
        <p:spPr>
          <a:xfrm>
            <a:off x="4634583" y="4145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221" name="Text 57">
            <a:extLst>
              <a:ext uri="{FF2B5EF4-FFF2-40B4-BE49-F238E27FC236}">
                <a16:creationId xmlns:a16="http://schemas.microsoft.com/office/drawing/2014/main" id="{AE4AAD1D-5B5A-8D7E-CBF2-07831D86BED6}"/>
              </a:ext>
            </a:extLst>
          </p:cNvPr>
          <p:cNvSpPr txBox="1"/>
          <p:nvPr/>
        </p:nvSpPr>
        <p:spPr>
          <a:xfrm>
            <a:off x="4634583" y="4246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222" name="Shape 58">
            <a:extLst>
              <a:ext uri="{FF2B5EF4-FFF2-40B4-BE49-F238E27FC236}">
                <a16:creationId xmlns:a16="http://schemas.microsoft.com/office/drawing/2014/main" id="{7F9EB260-B0B5-1978-CAB1-8F77A87FCE20}"/>
              </a:ext>
            </a:extLst>
          </p:cNvPr>
          <p:cNvSpPr/>
          <p:nvPr/>
        </p:nvSpPr>
        <p:spPr>
          <a:xfrm>
            <a:off x="4022583" y="442179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23" name="Text 59">
            <a:extLst>
              <a:ext uri="{FF2B5EF4-FFF2-40B4-BE49-F238E27FC236}">
                <a16:creationId xmlns:a16="http://schemas.microsoft.com/office/drawing/2014/main" id="{CC223D58-F9AB-33B0-74F9-E64402D2D2A5}"/>
              </a:ext>
            </a:extLst>
          </p:cNvPr>
          <p:cNvSpPr txBox="1"/>
          <p:nvPr/>
        </p:nvSpPr>
        <p:spPr>
          <a:xfrm>
            <a:off x="4058583" y="442179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224" name="Text 60">
            <a:extLst>
              <a:ext uri="{FF2B5EF4-FFF2-40B4-BE49-F238E27FC236}">
                <a16:creationId xmlns:a16="http://schemas.microsoft.com/office/drawing/2014/main" id="{F2DBD37F-4DEA-C03F-AA65-C868D7AA5BA0}"/>
              </a:ext>
            </a:extLst>
          </p:cNvPr>
          <p:cNvSpPr txBox="1"/>
          <p:nvPr/>
        </p:nvSpPr>
        <p:spPr>
          <a:xfrm>
            <a:off x="4634583" y="442179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225" name="Shape 61">
            <a:extLst>
              <a:ext uri="{FF2B5EF4-FFF2-40B4-BE49-F238E27FC236}">
                <a16:creationId xmlns:a16="http://schemas.microsoft.com/office/drawing/2014/main" id="{860FEBCC-0BE7-9BB3-E1BC-E656BA4F194F}"/>
              </a:ext>
            </a:extLst>
          </p:cNvPr>
          <p:cNvSpPr/>
          <p:nvPr/>
        </p:nvSpPr>
        <p:spPr>
          <a:xfrm>
            <a:off x="4022583" y="4638514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226" name="Text 63">
            <a:extLst>
              <a:ext uri="{FF2B5EF4-FFF2-40B4-BE49-F238E27FC236}">
                <a16:creationId xmlns:a16="http://schemas.microsoft.com/office/drawing/2014/main" id="{9EC22D78-686B-B087-79B1-E7992AE2D16B}"/>
              </a:ext>
            </a:extLst>
          </p:cNvPr>
          <p:cNvSpPr txBox="1"/>
          <p:nvPr/>
        </p:nvSpPr>
        <p:spPr>
          <a:xfrm>
            <a:off x="4022583" y="4730314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227" name="Shape 0">
            <a:extLst>
              <a:ext uri="{FF2B5EF4-FFF2-40B4-BE49-F238E27FC236}">
                <a16:creationId xmlns:a16="http://schemas.microsoft.com/office/drawing/2014/main" id="{620C601B-BF6F-AF37-99B6-716C773F5A65}"/>
              </a:ext>
            </a:extLst>
          </p:cNvPr>
          <p:cNvSpPr/>
          <p:nvPr/>
        </p:nvSpPr>
        <p:spPr>
          <a:xfrm>
            <a:off x="541109" y="5046486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228" name="Shape 1">
            <a:extLst>
              <a:ext uri="{FF2B5EF4-FFF2-40B4-BE49-F238E27FC236}">
                <a16:creationId xmlns:a16="http://schemas.microsoft.com/office/drawing/2014/main" id="{FD54AE97-5ED1-F142-53B5-60D7978E6DB2}"/>
              </a:ext>
            </a:extLst>
          </p:cNvPr>
          <p:cNvSpPr/>
          <p:nvPr/>
        </p:nvSpPr>
        <p:spPr>
          <a:xfrm>
            <a:off x="775109" y="524448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29" name="Text 2">
            <a:extLst>
              <a:ext uri="{FF2B5EF4-FFF2-40B4-BE49-F238E27FC236}">
                <a16:creationId xmlns:a16="http://schemas.microsoft.com/office/drawing/2014/main" id="{8A0BFB24-6762-F332-82E4-3EACAED45162}"/>
              </a:ext>
            </a:extLst>
          </p:cNvPr>
          <p:cNvSpPr txBox="1"/>
          <p:nvPr/>
        </p:nvSpPr>
        <p:spPr>
          <a:xfrm>
            <a:off x="811109" y="524448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230" name="Text 3">
            <a:extLst>
              <a:ext uri="{FF2B5EF4-FFF2-40B4-BE49-F238E27FC236}">
                <a16:creationId xmlns:a16="http://schemas.microsoft.com/office/drawing/2014/main" id="{6A2388DF-FC53-21DE-FC92-51F7447559FC}"/>
              </a:ext>
            </a:extLst>
          </p:cNvPr>
          <p:cNvSpPr txBox="1"/>
          <p:nvPr/>
        </p:nvSpPr>
        <p:spPr>
          <a:xfrm>
            <a:off x="1387109" y="524448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231" name="Shape 4">
            <a:extLst>
              <a:ext uri="{FF2B5EF4-FFF2-40B4-BE49-F238E27FC236}">
                <a16:creationId xmlns:a16="http://schemas.microsoft.com/office/drawing/2014/main" id="{888BFFFC-701E-4E67-9F88-463B4E9B54B4}"/>
              </a:ext>
            </a:extLst>
          </p:cNvPr>
          <p:cNvSpPr/>
          <p:nvPr/>
        </p:nvSpPr>
        <p:spPr>
          <a:xfrm>
            <a:off x="775109" y="53964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32" name="Text 5">
            <a:extLst>
              <a:ext uri="{FF2B5EF4-FFF2-40B4-BE49-F238E27FC236}">
                <a16:creationId xmlns:a16="http://schemas.microsoft.com/office/drawing/2014/main" id="{BCCB3285-916A-AFCA-4106-9C9680A6740A}"/>
              </a:ext>
            </a:extLst>
          </p:cNvPr>
          <p:cNvSpPr txBox="1"/>
          <p:nvPr/>
        </p:nvSpPr>
        <p:spPr>
          <a:xfrm>
            <a:off x="811109" y="54288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233" name="Text 6">
            <a:extLst>
              <a:ext uri="{FF2B5EF4-FFF2-40B4-BE49-F238E27FC236}">
                <a16:creationId xmlns:a16="http://schemas.microsoft.com/office/drawing/2014/main" id="{594A0BED-80B7-12F5-5DDD-6A310356A601}"/>
              </a:ext>
            </a:extLst>
          </p:cNvPr>
          <p:cNvSpPr txBox="1"/>
          <p:nvPr/>
        </p:nvSpPr>
        <p:spPr>
          <a:xfrm>
            <a:off x="1387109" y="54288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234" name="Text 7">
            <a:extLst>
              <a:ext uri="{FF2B5EF4-FFF2-40B4-BE49-F238E27FC236}">
                <a16:creationId xmlns:a16="http://schemas.microsoft.com/office/drawing/2014/main" id="{47F7C6C1-B7C8-A50F-B0D4-9A555FCF22E4}"/>
              </a:ext>
            </a:extLst>
          </p:cNvPr>
          <p:cNvSpPr txBox="1"/>
          <p:nvPr/>
        </p:nvSpPr>
        <p:spPr>
          <a:xfrm>
            <a:off x="1387109" y="55299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235" name="Shape 8">
            <a:extLst>
              <a:ext uri="{FF2B5EF4-FFF2-40B4-BE49-F238E27FC236}">
                <a16:creationId xmlns:a16="http://schemas.microsoft.com/office/drawing/2014/main" id="{6B5028DB-E45A-7963-FCD5-F267C149D299}"/>
              </a:ext>
            </a:extLst>
          </p:cNvPr>
          <p:cNvSpPr/>
          <p:nvPr/>
        </p:nvSpPr>
        <p:spPr>
          <a:xfrm>
            <a:off x="775109" y="5637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36" name="Text 9">
            <a:extLst>
              <a:ext uri="{FF2B5EF4-FFF2-40B4-BE49-F238E27FC236}">
                <a16:creationId xmlns:a16="http://schemas.microsoft.com/office/drawing/2014/main" id="{F1A573C3-486D-BC86-C15E-A6CEDCED58EF}"/>
              </a:ext>
            </a:extLst>
          </p:cNvPr>
          <p:cNvSpPr txBox="1"/>
          <p:nvPr/>
        </p:nvSpPr>
        <p:spPr>
          <a:xfrm>
            <a:off x="811109" y="5669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237" name="Text 10">
            <a:extLst>
              <a:ext uri="{FF2B5EF4-FFF2-40B4-BE49-F238E27FC236}">
                <a16:creationId xmlns:a16="http://schemas.microsoft.com/office/drawing/2014/main" id="{14348818-FCAF-8419-1FAF-5FB13494A674}"/>
              </a:ext>
            </a:extLst>
          </p:cNvPr>
          <p:cNvSpPr txBox="1"/>
          <p:nvPr/>
        </p:nvSpPr>
        <p:spPr>
          <a:xfrm>
            <a:off x="1387109" y="5669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238" name="Text 11">
            <a:extLst>
              <a:ext uri="{FF2B5EF4-FFF2-40B4-BE49-F238E27FC236}">
                <a16:creationId xmlns:a16="http://schemas.microsoft.com/office/drawing/2014/main" id="{BF52EEA5-875E-4897-6D13-216641EB0D74}"/>
              </a:ext>
            </a:extLst>
          </p:cNvPr>
          <p:cNvSpPr txBox="1"/>
          <p:nvPr/>
        </p:nvSpPr>
        <p:spPr>
          <a:xfrm>
            <a:off x="1387109" y="57711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239" name="Shape 12">
            <a:extLst>
              <a:ext uri="{FF2B5EF4-FFF2-40B4-BE49-F238E27FC236}">
                <a16:creationId xmlns:a16="http://schemas.microsoft.com/office/drawing/2014/main" id="{0933C0F1-D1FE-A7C4-496A-77FF6EE4D59D}"/>
              </a:ext>
            </a:extLst>
          </p:cNvPr>
          <p:cNvSpPr/>
          <p:nvPr/>
        </p:nvSpPr>
        <p:spPr>
          <a:xfrm>
            <a:off x="775109" y="58784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40" name="Text 13">
            <a:extLst>
              <a:ext uri="{FF2B5EF4-FFF2-40B4-BE49-F238E27FC236}">
                <a16:creationId xmlns:a16="http://schemas.microsoft.com/office/drawing/2014/main" id="{C6936A1F-69E0-D635-D02A-5B02E9F89676}"/>
              </a:ext>
            </a:extLst>
          </p:cNvPr>
          <p:cNvSpPr txBox="1"/>
          <p:nvPr/>
        </p:nvSpPr>
        <p:spPr>
          <a:xfrm>
            <a:off x="811109" y="59108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241" name="Text 14">
            <a:extLst>
              <a:ext uri="{FF2B5EF4-FFF2-40B4-BE49-F238E27FC236}">
                <a16:creationId xmlns:a16="http://schemas.microsoft.com/office/drawing/2014/main" id="{71488B3A-A798-9AF6-F2A6-5D6205B59990}"/>
              </a:ext>
            </a:extLst>
          </p:cNvPr>
          <p:cNvSpPr txBox="1"/>
          <p:nvPr/>
        </p:nvSpPr>
        <p:spPr>
          <a:xfrm>
            <a:off x="1387109" y="59108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242" name="Text 15">
            <a:extLst>
              <a:ext uri="{FF2B5EF4-FFF2-40B4-BE49-F238E27FC236}">
                <a16:creationId xmlns:a16="http://schemas.microsoft.com/office/drawing/2014/main" id="{373075D3-8DBB-7042-6521-917E695DFF21}"/>
              </a:ext>
            </a:extLst>
          </p:cNvPr>
          <p:cNvSpPr txBox="1"/>
          <p:nvPr/>
        </p:nvSpPr>
        <p:spPr>
          <a:xfrm>
            <a:off x="1387109" y="601236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243" name="Shape 16">
            <a:extLst>
              <a:ext uri="{FF2B5EF4-FFF2-40B4-BE49-F238E27FC236}">
                <a16:creationId xmlns:a16="http://schemas.microsoft.com/office/drawing/2014/main" id="{F0B404B7-7EDE-82C7-0FA9-3873BACD2858}"/>
              </a:ext>
            </a:extLst>
          </p:cNvPr>
          <p:cNvSpPr/>
          <p:nvPr/>
        </p:nvSpPr>
        <p:spPr>
          <a:xfrm>
            <a:off x="775109" y="6187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44" name="Text 17">
            <a:extLst>
              <a:ext uri="{FF2B5EF4-FFF2-40B4-BE49-F238E27FC236}">
                <a16:creationId xmlns:a16="http://schemas.microsoft.com/office/drawing/2014/main" id="{2CB73F19-85D8-7A74-43D3-4557C5419855}"/>
              </a:ext>
            </a:extLst>
          </p:cNvPr>
          <p:cNvSpPr txBox="1"/>
          <p:nvPr/>
        </p:nvSpPr>
        <p:spPr>
          <a:xfrm>
            <a:off x="811109" y="6219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245" name="Text 18">
            <a:extLst>
              <a:ext uri="{FF2B5EF4-FFF2-40B4-BE49-F238E27FC236}">
                <a16:creationId xmlns:a16="http://schemas.microsoft.com/office/drawing/2014/main" id="{1A992DED-EC3D-01D2-7216-54BEFC3ACC19}"/>
              </a:ext>
            </a:extLst>
          </p:cNvPr>
          <p:cNvSpPr txBox="1"/>
          <p:nvPr/>
        </p:nvSpPr>
        <p:spPr>
          <a:xfrm>
            <a:off x="1387109" y="6219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246" name="Text 19">
            <a:extLst>
              <a:ext uri="{FF2B5EF4-FFF2-40B4-BE49-F238E27FC236}">
                <a16:creationId xmlns:a16="http://schemas.microsoft.com/office/drawing/2014/main" id="{9C66A66D-D5B0-901C-FF0A-8EFBE7228621}"/>
              </a:ext>
            </a:extLst>
          </p:cNvPr>
          <p:cNvSpPr txBox="1"/>
          <p:nvPr/>
        </p:nvSpPr>
        <p:spPr>
          <a:xfrm>
            <a:off x="1387109" y="632124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247" name="Shape 20">
            <a:extLst>
              <a:ext uri="{FF2B5EF4-FFF2-40B4-BE49-F238E27FC236}">
                <a16:creationId xmlns:a16="http://schemas.microsoft.com/office/drawing/2014/main" id="{81C1EA87-96A8-8698-B8B6-561E9EEFFCFC}"/>
              </a:ext>
            </a:extLst>
          </p:cNvPr>
          <p:cNvSpPr/>
          <p:nvPr/>
        </p:nvSpPr>
        <p:spPr>
          <a:xfrm>
            <a:off x="775109" y="642852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48" name="Text 21">
            <a:extLst>
              <a:ext uri="{FF2B5EF4-FFF2-40B4-BE49-F238E27FC236}">
                <a16:creationId xmlns:a16="http://schemas.microsoft.com/office/drawing/2014/main" id="{F7B307BE-EA2F-615A-1201-BDE948BC6950}"/>
              </a:ext>
            </a:extLst>
          </p:cNvPr>
          <p:cNvSpPr txBox="1"/>
          <p:nvPr/>
        </p:nvSpPr>
        <p:spPr>
          <a:xfrm>
            <a:off x="811109" y="642852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249" name="Text 22">
            <a:extLst>
              <a:ext uri="{FF2B5EF4-FFF2-40B4-BE49-F238E27FC236}">
                <a16:creationId xmlns:a16="http://schemas.microsoft.com/office/drawing/2014/main" id="{F63A8F09-5FD4-D2AA-0AEA-A6C313E610F2}"/>
              </a:ext>
            </a:extLst>
          </p:cNvPr>
          <p:cNvSpPr txBox="1"/>
          <p:nvPr/>
        </p:nvSpPr>
        <p:spPr>
          <a:xfrm>
            <a:off x="1387109" y="642852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250" name="Shape 23">
            <a:extLst>
              <a:ext uri="{FF2B5EF4-FFF2-40B4-BE49-F238E27FC236}">
                <a16:creationId xmlns:a16="http://schemas.microsoft.com/office/drawing/2014/main" id="{2463BDE5-D9EB-99F3-35B5-887A3172D7E6}"/>
              </a:ext>
            </a:extLst>
          </p:cNvPr>
          <p:cNvSpPr/>
          <p:nvPr/>
        </p:nvSpPr>
        <p:spPr>
          <a:xfrm>
            <a:off x="775109" y="6580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1" name="Text 24">
            <a:extLst>
              <a:ext uri="{FF2B5EF4-FFF2-40B4-BE49-F238E27FC236}">
                <a16:creationId xmlns:a16="http://schemas.microsoft.com/office/drawing/2014/main" id="{230109F8-8915-2A3E-5AB9-0787DD2036CA}"/>
              </a:ext>
            </a:extLst>
          </p:cNvPr>
          <p:cNvSpPr txBox="1"/>
          <p:nvPr/>
        </p:nvSpPr>
        <p:spPr>
          <a:xfrm>
            <a:off x="811109" y="6612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252" name="Text 25">
            <a:extLst>
              <a:ext uri="{FF2B5EF4-FFF2-40B4-BE49-F238E27FC236}">
                <a16:creationId xmlns:a16="http://schemas.microsoft.com/office/drawing/2014/main" id="{EEF3A535-A23E-B7B4-5121-AF41910F4666}"/>
              </a:ext>
            </a:extLst>
          </p:cNvPr>
          <p:cNvSpPr txBox="1"/>
          <p:nvPr/>
        </p:nvSpPr>
        <p:spPr>
          <a:xfrm>
            <a:off x="1387109" y="6612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253" name="Text 26">
            <a:extLst>
              <a:ext uri="{FF2B5EF4-FFF2-40B4-BE49-F238E27FC236}">
                <a16:creationId xmlns:a16="http://schemas.microsoft.com/office/drawing/2014/main" id="{01B9B4BD-91CA-2D72-CD7E-7F64A7567514}"/>
              </a:ext>
            </a:extLst>
          </p:cNvPr>
          <p:cNvSpPr txBox="1"/>
          <p:nvPr/>
        </p:nvSpPr>
        <p:spPr>
          <a:xfrm>
            <a:off x="1387109" y="6714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254" name="Shape 27">
            <a:extLst>
              <a:ext uri="{FF2B5EF4-FFF2-40B4-BE49-F238E27FC236}">
                <a16:creationId xmlns:a16="http://schemas.microsoft.com/office/drawing/2014/main" id="{8D0A3E8D-3F35-4BAF-8CB4-6C09E204058D}"/>
              </a:ext>
            </a:extLst>
          </p:cNvPr>
          <p:cNvSpPr/>
          <p:nvPr/>
        </p:nvSpPr>
        <p:spPr>
          <a:xfrm>
            <a:off x="775109" y="6889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5" name="Text 28">
            <a:extLst>
              <a:ext uri="{FF2B5EF4-FFF2-40B4-BE49-F238E27FC236}">
                <a16:creationId xmlns:a16="http://schemas.microsoft.com/office/drawing/2014/main" id="{4EA29A90-1195-6E58-6887-40734CB24E64}"/>
              </a:ext>
            </a:extLst>
          </p:cNvPr>
          <p:cNvSpPr txBox="1"/>
          <p:nvPr/>
        </p:nvSpPr>
        <p:spPr>
          <a:xfrm>
            <a:off x="811109" y="6921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256" name="Text 29">
            <a:extLst>
              <a:ext uri="{FF2B5EF4-FFF2-40B4-BE49-F238E27FC236}">
                <a16:creationId xmlns:a16="http://schemas.microsoft.com/office/drawing/2014/main" id="{CA5F25C2-1BC4-7196-4F44-38A2090BFB50}"/>
              </a:ext>
            </a:extLst>
          </p:cNvPr>
          <p:cNvSpPr txBox="1"/>
          <p:nvPr/>
        </p:nvSpPr>
        <p:spPr>
          <a:xfrm>
            <a:off x="1387109" y="6921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257" name="Text 30">
            <a:extLst>
              <a:ext uri="{FF2B5EF4-FFF2-40B4-BE49-F238E27FC236}">
                <a16:creationId xmlns:a16="http://schemas.microsoft.com/office/drawing/2014/main" id="{12F60CFD-509B-2A9E-42CB-3DC7D0B93A00}"/>
              </a:ext>
            </a:extLst>
          </p:cNvPr>
          <p:cNvSpPr txBox="1"/>
          <p:nvPr/>
        </p:nvSpPr>
        <p:spPr>
          <a:xfrm>
            <a:off x="1387109" y="70228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258" name="Shape 31">
            <a:extLst>
              <a:ext uri="{FF2B5EF4-FFF2-40B4-BE49-F238E27FC236}">
                <a16:creationId xmlns:a16="http://schemas.microsoft.com/office/drawing/2014/main" id="{315FD9D3-096E-04C1-D3D7-945AEA6ECE69}"/>
              </a:ext>
            </a:extLst>
          </p:cNvPr>
          <p:cNvSpPr/>
          <p:nvPr/>
        </p:nvSpPr>
        <p:spPr>
          <a:xfrm>
            <a:off x="775109" y="7130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9" name="Text 32">
            <a:extLst>
              <a:ext uri="{FF2B5EF4-FFF2-40B4-BE49-F238E27FC236}">
                <a16:creationId xmlns:a16="http://schemas.microsoft.com/office/drawing/2014/main" id="{E1236286-6EC4-1A6B-0D0D-0734CDD0B1E9}"/>
              </a:ext>
            </a:extLst>
          </p:cNvPr>
          <p:cNvSpPr txBox="1"/>
          <p:nvPr/>
        </p:nvSpPr>
        <p:spPr>
          <a:xfrm>
            <a:off x="811109" y="7162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260" name="Text 33">
            <a:extLst>
              <a:ext uri="{FF2B5EF4-FFF2-40B4-BE49-F238E27FC236}">
                <a16:creationId xmlns:a16="http://schemas.microsoft.com/office/drawing/2014/main" id="{4C656902-6A2A-33A9-EE19-3685408348FC}"/>
              </a:ext>
            </a:extLst>
          </p:cNvPr>
          <p:cNvSpPr txBox="1"/>
          <p:nvPr/>
        </p:nvSpPr>
        <p:spPr>
          <a:xfrm>
            <a:off x="1387109" y="7162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261" name="Text 34">
            <a:extLst>
              <a:ext uri="{FF2B5EF4-FFF2-40B4-BE49-F238E27FC236}">
                <a16:creationId xmlns:a16="http://schemas.microsoft.com/office/drawing/2014/main" id="{D38D2E7C-C648-5EB0-1CAB-5ADF75FCA370}"/>
              </a:ext>
            </a:extLst>
          </p:cNvPr>
          <p:cNvSpPr txBox="1"/>
          <p:nvPr/>
        </p:nvSpPr>
        <p:spPr>
          <a:xfrm>
            <a:off x="1387109" y="72640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262" name="Shape 35">
            <a:extLst>
              <a:ext uri="{FF2B5EF4-FFF2-40B4-BE49-F238E27FC236}">
                <a16:creationId xmlns:a16="http://schemas.microsoft.com/office/drawing/2014/main" id="{74ECEEF5-CF83-0BD3-54AA-574E3EA3D1E4}"/>
              </a:ext>
            </a:extLst>
          </p:cNvPr>
          <p:cNvSpPr/>
          <p:nvPr/>
        </p:nvSpPr>
        <p:spPr>
          <a:xfrm>
            <a:off x="775109" y="73713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63" name="Text 36">
            <a:extLst>
              <a:ext uri="{FF2B5EF4-FFF2-40B4-BE49-F238E27FC236}">
                <a16:creationId xmlns:a16="http://schemas.microsoft.com/office/drawing/2014/main" id="{AB51F58F-00F9-CFD7-1105-7489B48D7D03}"/>
              </a:ext>
            </a:extLst>
          </p:cNvPr>
          <p:cNvSpPr txBox="1"/>
          <p:nvPr/>
        </p:nvSpPr>
        <p:spPr>
          <a:xfrm>
            <a:off x="811109" y="74037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264" name="Text 37">
            <a:extLst>
              <a:ext uri="{FF2B5EF4-FFF2-40B4-BE49-F238E27FC236}">
                <a16:creationId xmlns:a16="http://schemas.microsoft.com/office/drawing/2014/main" id="{A322868D-04A5-3C01-FF99-A2B8F678FA36}"/>
              </a:ext>
            </a:extLst>
          </p:cNvPr>
          <p:cNvSpPr txBox="1"/>
          <p:nvPr/>
        </p:nvSpPr>
        <p:spPr>
          <a:xfrm>
            <a:off x="1387109" y="74037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265" name="Text 38">
            <a:extLst>
              <a:ext uri="{FF2B5EF4-FFF2-40B4-BE49-F238E27FC236}">
                <a16:creationId xmlns:a16="http://schemas.microsoft.com/office/drawing/2014/main" id="{C3029712-DCD9-FFDB-7AAA-3FE67F8EDB8F}"/>
              </a:ext>
            </a:extLst>
          </p:cNvPr>
          <p:cNvSpPr txBox="1"/>
          <p:nvPr/>
        </p:nvSpPr>
        <p:spPr>
          <a:xfrm>
            <a:off x="1387109" y="750528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266" name="Shape 39">
            <a:extLst>
              <a:ext uri="{FF2B5EF4-FFF2-40B4-BE49-F238E27FC236}">
                <a16:creationId xmlns:a16="http://schemas.microsoft.com/office/drawing/2014/main" id="{7DD06580-8028-784E-1B81-86B04C658583}"/>
              </a:ext>
            </a:extLst>
          </p:cNvPr>
          <p:cNvSpPr/>
          <p:nvPr/>
        </p:nvSpPr>
        <p:spPr>
          <a:xfrm>
            <a:off x="775109" y="768024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67" name="Text 40">
            <a:extLst>
              <a:ext uri="{FF2B5EF4-FFF2-40B4-BE49-F238E27FC236}">
                <a16:creationId xmlns:a16="http://schemas.microsoft.com/office/drawing/2014/main" id="{EC5993CB-2CBA-8650-51A6-E300140519DB}"/>
              </a:ext>
            </a:extLst>
          </p:cNvPr>
          <p:cNvSpPr txBox="1"/>
          <p:nvPr/>
        </p:nvSpPr>
        <p:spPr>
          <a:xfrm>
            <a:off x="811109" y="768024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268" name="Text 41">
            <a:extLst>
              <a:ext uri="{FF2B5EF4-FFF2-40B4-BE49-F238E27FC236}">
                <a16:creationId xmlns:a16="http://schemas.microsoft.com/office/drawing/2014/main" id="{DF0CBE23-4E02-ACCD-0874-1A613F1B1932}"/>
              </a:ext>
            </a:extLst>
          </p:cNvPr>
          <p:cNvSpPr txBox="1"/>
          <p:nvPr/>
        </p:nvSpPr>
        <p:spPr>
          <a:xfrm>
            <a:off x="1387109" y="768024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269" name="Shape 42">
            <a:extLst>
              <a:ext uri="{FF2B5EF4-FFF2-40B4-BE49-F238E27FC236}">
                <a16:creationId xmlns:a16="http://schemas.microsoft.com/office/drawing/2014/main" id="{C2453BF3-2476-F94C-1705-308B41171A3B}"/>
              </a:ext>
            </a:extLst>
          </p:cNvPr>
          <p:cNvSpPr/>
          <p:nvPr/>
        </p:nvSpPr>
        <p:spPr>
          <a:xfrm>
            <a:off x="775109" y="7832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0" name="Text 43">
            <a:extLst>
              <a:ext uri="{FF2B5EF4-FFF2-40B4-BE49-F238E27FC236}">
                <a16:creationId xmlns:a16="http://schemas.microsoft.com/office/drawing/2014/main" id="{3A91FE32-2636-8145-1ED5-3C657897C068}"/>
              </a:ext>
            </a:extLst>
          </p:cNvPr>
          <p:cNvSpPr txBox="1"/>
          <p:nvPr/>
        </p:nvSpPr>
        <p:spPr>
          <a:xfrm>
            <a:off x="811109" y="7864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271" name="Text 44">
            <a:extLst>
              <a:ext uri="{FF2B5EF4-FFF2-40B4-BE49-F238E27FC236}">
                <a16:creationId xmlns:a16="http://schemas.microsoft.com/office/drawing/2014/main" id="{B5B9A374-4EE5-B7E5-DAB3-014D2C269C86}"/>
              </a:ext>
            </a:extLst>
          </p:cNvPr>
          <p:cNvSpPr txBox="1"/>
          <p:nvPr/>
        </p:nvSpPr>
        <p:spPr>
          <a:xfrm>
            <a:off x="1387109" y="7864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272" name="Text 45">
            <a:extLst>
              <a:ext uri="{FF2B5EF4-FFF2-40B4-BE49-F238E27FC236}">
                <a16:creationId xmlns:a16="http://schemas.microsoft.com/office/drawing/2014/main" id="{75E42B22-648C-B11B-04ED-27161DE4317F}"/>
              </a:ext>
            </a:extLst>
          </p:cNvPr>
          <p:cNvSpPr txBox="1"/>
          <p:nvPr/>
        </p:nvSpPr>
        <p:spPr>
          <a:xfrm>
            <a:off x="1387109" y="796572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273" name="Shape 46">
            <a:extLst>
              <a:ext uri="{FF2B5EF4-FFF2-40B4-BE49-F238E27FC236}">
                <a16:creationId xmlns:a16="http://schemas.microsoft.com/office/drawing/2014/main" id="{E43D3B5E-59EE-BBBA-7D17-E67C61343D15}"/>
              </a:ext>
            </a:extLst>
          </p:cNvPr>
          <p:cNvSpPr/>
          <p:nvPr/>
        </p:nvSpPr>
        <p:spPr>
          <a:xfrm>
            <a:off x="775109" y="80730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4" name="Text 47">
            <a:extLst>
              <a:ext uri="{FF2B5EF4-FFF2-40B4-BE49-F238E27FC236}">
                <a16:creationId xmlns:a16="http://schemas.microsoft.com/office/drawing/2014/main" id="{B683F208-20C2-45C6-9879-CBE714274CC1}"/>
              </a:ext>
            </a:extLst>
          </p:cNvPr>
          <p:cNvSpPr txBox="1"/>
          <p:nvPr/>
        </p:nvSpPr>
        <p:spPr>
          <a:xfrm>
            <a:off x="811109" y="81054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275" name="Text 48">
            <a:extLst>
              <a:ext uri="{FF2B5EF4-FFF2-40B4-BE49-F238E27FC236}">
                <a16:creationId xmlns:a16="http://schemas.microsoft.com/office/drawing/2014/main" id="{BEB3ABF7-6DA9-2FE9-6A64-351AECA31A96}"/>
              </a:ext>
            </a:extLst>
          </p:cNvPr>
          <p:cNvSpPr txBox="1"/>
          <p:nvPr/>
        </p:nvSpPr>
        <p:spPr>
          <a:xfrm>
            <a:off x="1387109" y="81054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276" name="Text 49">
            <a:extLst>
              <a:ext uri="{FF2B5EF4-FFF2-40B4-BE49-F238E27FC236}">
                <a16:creationId xmlns:a16="http://schemas.microsoft.com/office/drawing/2014/main" id="{7C845A18-457E-2D11-6EE8-38E7132320BD}"/>
              </a:ext>
            </a:extLst>
          </p:cNvPr>
          <p:cNvSpPr txBox="1"/>
          <p:nvPr/>
        </p:nvSpPr>
        <p:spPr>
          <a:xfrm>
            <a:off x="1387109" y="820692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277" name="Shape 50">
            <a:extLst>
              <a:ext uri="{FF2B5EF4-FFF2-40B4-BE49-F238E27FC236}">
                <a16:creationId xmlns:a16="http://schemas.microsoft.com/office/drawing/2014/main" id="{301A73B5-702F-D498-A1EB-E69A4938BC28}"/>
              </a:ext>
            </a:extLst>
          </p:cNvPr>
          <p:cNvSpPr/>
          <p:nvPr/>
        </p:nvSpPr>
        <p:spPr>
          <a:xfrm>
            <a:off x="775109" y="8382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8" name="Text 51">
            <a:extLst>
              <a:ext uri="{FF2B5EF4-FFF2-40B4-BE49-F238E27FC236}">
                <a16:creationId xmlns:a16="http://schemas.microsoft.com/office/drawing/2014/main" id="{BA41F521-5B4D-8950-A8C7-FE257526AEE4}"/>
              </a:ext>
            </a:extLst>
          </p:cNvPr>
          <p:cNvSpPr txBox="1"/>
          <p:nvPr/>
        </p:nvSpPr>
        <p:spPr>
          <a:xfrm>
            <a:off x="811109" y="8414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279" name="Text 52">
            <a:extLst>
              <a:ext uri="{FF2B5EF4-FFF2-40B4-BE49-F238E27FC236}">
                <a16:creationId xmlns:a16="http://schemas.microsoft.com/office/drawing/2014/main" id="{7002FBA7-030A-F8D5-8682-8445D96856C4}"/>
              </a:ext>
            </a:extLst>
          </p:cNvPr>
          <p:cNvSpPr txBox="1"/>
          <p:nvPr/>
        </p:nvSpPr>
        <p:spPr>
          <a:xfrm>
            <a:off x="1387109" y="8414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280" name="Text 53">
            <a:extLst>
              <a:ext uri="{FF2B5EF4-FFF2-40B4-BE49-F238E27FC236}">
                <a16:creationId xmlns:a16="http://schemas.microsoft.com/office/drawing/2014/main" id="{931439F3-7E6B-693F-B945-5C13E51BDF38}"/>
              </a:ext>
            </a:extLst>
          </p:cNvPr>
          <p:cNvSpPr txBox="1"/>
          <p:nvPr/>
        </p:nvSpPr>
        <p:spPr>
          <a:xfrm>
            <a:off x="1387109" y="851580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281" name="Shape 54">
            <a:extLst>
              <a:ext uri="{FF2B5EF4-FFF2-40B4-BE49-F238E27FC236}">
                <a16:creationId xmlns:a16="http://schemas.microsoft.com/office/drawing/2014/main" id="{D0C393F7-4494-F496-E7D3-324CC7AB2218}"/>
              </a:ext>
            </a:extLst>
          </p:cNvPr>
          <p:cNvSpPr/>
          <p:nvPr/>
        </p:nvSpPr>
        <p:spPr>
          <a:xfrm>
            <a:off x="775109" y="8623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82" name="Text 55">
            <a:extLst>
              <a:ext uri="{FF2B5EF4-FFF2-40B4-BE49-F238E27FC236}">
                <a16:creationId xmlns:a16="http://schemas.microsoft.com/office/drawing/2014/main" id="{13D4A459-A697-A53E-0A78-74BFF3E5AA4C}"/>
              </a:ext>
            </a:extLst>
          </p:cNvPr>
          <p:cNvSpPr txBox="1"/>
          <p:nvPr/>
        </p:nvSpPr>
        <p:spPr>
          <a:xfrm>
            <a:off x="811109" y="8655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283" name="Text 56">
            <a:extLst>
              <a:ext uri="{FF2B5EF4-FFF2-40B4-BE49-F238E27FC236}">
                <a16:creationId xmlns:a16="http://schemas.microsoft.com/office/drawing/2014/main" id="{4A5EC050-5407-FB3C-EF26-8D4F4E696A9B}"/>
              </a:ext>
            </a:extLst>
          </p:cNvPr>
          <p:cNvSpPr txBox="1"/>
          <p:nvPr/>
        </p:nvSpPr>
        <p:spPr>
          <a:xfrm>
            <a:off x="1387109" y="8655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284" name="Text 57">
            <a:extLst>
              <a:ext uri="{FF2B5EF4-FFF2-40B4-BE49-F238E27FC236}">
                <a16:creationId xmlns:a16="http://schemas.microsoft.com/office/drawing/2014/main" id="{66B81133-D616-DBAE-24E2-D397F34D7923}"/>
              </a:ext>
            </a:extLst>
          </p:cNvPr>
          <p:cNvSpPr txBox="1"/>
          <p:nvPr/>
        </p:nvSpPr>
        <p:spPr>
          <a:xfrm>
            <a:off x="1387109" y="8757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285" name="Shape 58">
            <a:extLst>
              <a:ext uri="{FF2B5EF4-FFF2-40B4-BE49-F238E27FC236}">
                <a16:creationId xmlns:a16="http://schemas.microsoft.com/office/drawing/2014/main" id="{00EA25B0-AB44-931A-B0CF-9DD86ADFDDF8}"/>
              </a:ext>
            </a:extLst>
          </p:cNvPr>
          <p:cNvSpPr/>
          <p:nvPr/>
        </p:nvSpPr>
        <p:spPr>
          <a:xfrm>
            <a:off x="775109" y="893196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86" name="Text 59">
            <a:extLst>
              <a:ext uri="{FF2B5EF4-FFF2-40B4-BE49-F238E27FC236}">
                <a16:creationId xmlns:a16="http://schemas.microsoft.com/office/drawing/2014/main" id="{B9405BAD-37B9-F7D9-8CFF-3CB05C81C3D3}"/>
              </a:ext>
            </a:extLst>
          </p:cNvPr>
          <p:cNvSpPr txBox="1"/>
          <p:nvPr/>
        </p:nvSpPr>
        <p:spPr>
          <a:xfrm>
            <a:off x="811109" y="893196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287" name="Text 60">
            <a:extLst>
              <a:ext uri="{FF2B5EF4-FFF2-40B4-BE49-F238E27FC236}">
                <a16:creationId xmlns:a16="http://schemas.microsoft.com/office/drawing/2014/main" id="{8C9B6322-F7BB-406A-5096-9506AF51D90C}"/>
              </a:ext>
            </a:extLst>
          </p:cNvPr>
          <p:cNvSpPr txBox="1"/>
          <p:nvPr/>
        </p:nvSpPr>
        <p:spPr>
          <a:xfrm>
            <a:off x="1387109" y="893196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288" name="Shape 61">
            <a:extLst>
              <a:ext uri="{FF2B5EF4-FFF2-40B4-BE49-F238E27FC236}">
                <a16:creationId xmlns:a16="http://schemas.microsoft.com/office/drawing/2014/main" id="{8F5C7F3D-D197-988E-C7E6-601FCB4EAB2E}"/>
              </a:ext>
            </a:extLst>
          </p:cNvPr>
          <p:cNvSpPr/>
          <p:nvPr/>
        </p:nvSpPr>
        <p:spPr>
          <a:xfrm>
            <a:off x="775109" y="9148686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289" name="Text 63">
            <a:extLst>
              <a:ext uri="{FF2B5EF4-FFF2-40B4-BE49-F238E27FC236}">
                <a16:creationId xmlns:a16="http://schemas.microsoft.com/office/drawing/2014/main" id="{CEC96943-9899-3AF0-04A0-DD151E6C5503}"/>
              </a:ext>
            </a:extLst>
          </p:cNvPr>
          <p:cNvSpPr txBox="1"/>
          <p:nvPr/>
        </p:nvSpPr>
        <p:spPr>
          <a:xfrm>
            <a:off x="775109" y="9240486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290" name="Shape 0">
            <a:extLst>
              <a:ext uri="{FF2B5EF4-FFF2-40B4-BE49-F238E27FC236}">
                <a16:creationId xmlns:a16="http://schemas.microsoft.com/office/drawing/2014/main" id="{A2B1D0AC-65DC-7A9B-74DC-7ED45ABA40CD}"/>
              </a:ext>
            </a:extLst>
          </p:cNvPr>
          <p:cNvSpPr/>
          <p:nvPr/>
        </p:nvSpPr>
        <p:spPr>
          <a:xfrm>
            <a:off x="3789692" y="5046486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291" name="Shape 1">
            <a:extLst>
              <a:ext uri="{FF2B5EF4-FFF2-40B4-BE49-F238E27FC236}">
                <a16:creationId xmlns:a16="http://schemas.microsoft.com/office/drawing/2014/main" id="{53ACF291-0CF0-8522-D453-B0E9F658A913}"/>
              </a:ext>
            </a:extLst>
          </p:cNvPr>
          <p:cNvSpPr/>
          <p:nvPr/>
        </p:nvSpPr>
        <p:spPr>
          <a:xfrm>
            <a:off x="4023692" y="524448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92" name="Text 2">
            <a:extLst>
              <a:ext uri="{FF2B5EF4-FFF2-40B4-BE49-F238E27FC236}">
                <a16:creationId xmlns:a16="http://schemas.microsoft.com/office/drawing/2014/main" id="{A3E5835C-4A5C-BCA8-2080-2F30227FB40F}"/>
              </a:ext>
            </a:extLst>
          </p:cNvPr>
          <p:cNvSpPr txBox="1"/>
          <p:nvPr/>
        </p:nvSpPr>
        <p:spPr>
          <a:xfrm>
            <a:off x="4059692" y="524448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293" name="Text 3">
            <a:extLst>
              <a:ext uri="{FF2B5EF4-FFF2-40B4-BE49-F238E27FC236}">
                <a16:creationId xmlns:a16="http://schemas.microsoft.com/office/drawing/2014/main" id="{DCEC99CF-E4FD-43D5-39D1-E02042F5C9AB}"/>
              </a:ext>
            </a:extLst>
          </p:cNvPr>
          <p:cNvSpPr txBox="1"/>
          <p:nvPr/>
        </p:nvSpPr>
        <p:spPr>
          <a:xfrm>
            <a:off x="4635692" y="524448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294" name="Shape 4">
            <a:extLst>
              <a:ext uri="{FF2B5EF4-FFF2-40B4-BE49-F238E27FC236}">
                <a16:creationId xmlns:a16="http://schemas.microsoft.com/office/drawing/2014/main" id="{FEF7B6D6-797F-12CD-2F1F-8227AF784700}"/>
              </a:ext>
            </a:extLst>
          </p:cNvPr>
          <p:cNvSpPr/>
          <p:nvPr/>
        </p:nvSpPr>
        <p:spPr>
          <a:xfrm>
            <a:off x="4023692" y="53964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95" name="Text 5">
            <a:extLst>
              <a:ext uri="{FF2B5EF4-FFF2-40B4-BE49-F238E27FC236}">
                <a16:creationId xmlns:a16="http://schemas.microsoft.com/office/drawing/2014/main" id="{B5BA1929-3924-A908-C7D0-EDAF342F5100}"/>
              </a:ext>
            </a:extLst>
          </p:cNvPr>
          <p:cNvSpPr txBox="1"/>
          <p:nvPr/>
        </p:nvSpPr>
        <p:spPr>
          <a:xfrm>
            <a:off x="4059692" y="54288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296" name="Text 6">
            <a:extLst>
              <a:ext uri="{FF2B5EF4-FFF2-40B4-BE49-F238E27FC236}">
                <a16:creationId xmlns:a16="http://schemas.microsoft.com/office/drawing/2014/main" id="{30B645B3-4337-88F3-D53A-81F6E8215933}"/>
              </a:ext>
            </a:extLst>
          </p:cNvPr>
          <p:cNvSpPr txBox="1"/>
          <p:nvPr/>
        </p:nvSpPr>
        <p:spPr>
          <a:xfrm>
            <a:off x="4635692" y="54288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297" name="Text 7">
            <a:extLst>
              <a:ext uri="{FF2B5EF4-FFF2-40B4-BE49-F238E27FC236}">
                <a16:creationId xmlns:a16="http://schemas.microsoft.com/office/drawing/2014/main" id="{521273A8-1255-F712-A2AC-A3507F60F956}"/>
              </a:ext>
            </a:extLst>
          </p:cNvPr>
          <p:cNvSpPr txBox="1"/>
          <p:nvPr/>
        </p:nvSpPr>
        <p:spPr>
          <a:xfrm>
            <a:off x="4635692" y="55299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298" name="Shape 8">
            <a:extLst>
              <a:ext uri="{FF2B5EF4-FFF2-40B4-BE49-F238E27FC236}">
                <a16:creationId xmlns:a16="http://schemas.microsoft.com/office/drawing/2014/main" id="{3CAFF113-A45A-2006-89B8-F871D6E37673}"/>
              </a:ext>
            </a:extLst>
          </p:cNvPr>
          <p:cNvSpPr/>
          <p:nvPr/>
        </p:nvSpPr>
        <p:spPr>
          <a:xfrm>
            <a:off x="4023692" y="5637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99" name="Text 9">
            <a:extLst>
              <a:ext uri="{FF2B5EF4-FFF2-40B4-BE49-F238E27FC236}">
                <a16:creationId xmlns:a16="http://schemas.microsoft.com/office/drawing/2014/main" id="{81D60B23-BAA1-E87A-38D9-FD6165A2D86F}"/>
              </a:ext>
            </a:extLst>
          </p:cNvPr>
          <p:cNvSpPr txBox="1"/>
          <p:nvPr/>
        </p:nvSpPr>
        <p:spPr>
          <a:xfrm>
            <a:off x="4059692" y="5669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300" name="Text 10">
            <a:extLst>
              <a:ext uri="{FF2B5EF4-FFF2-40B4-BE49-F238E27FC236}">
                <a16:creationId xmlns:a16="http://schemas.microsoft.com/office/drawing/2014/main" id="{FBD45909-8876-7F00-3D09-C55A4FF9E9E9}"/>
              </a:ext>
            </a:extLst>
          </p:cNvPr>
          <p:cNvSpPr txBox="1"/>
          <p:nvPr/>
        </p:nvSpPr>
        <p:spPr>
          <a:xfrm>
            <a:off x="4635692" y="5669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301" name="Text 11">
            <a:extLst>
              <a:ext uri="{FF2B5EF4-FFF2-40B4-BE49-F238E27FC236}">
                <a16:creationId xmlns:a16="http://schemas.microsoft.com/office/drawing/2014/main" id="{B32C15DC-3C75-A0A1-DE5F-4559813CAA35}"/>
              </a:ext>
            </a:extLst>
          </p:cNvPr>
          <p:cNvSpPr txBox="1"/>
          <p:nvPr/>
        </p:nvSpPr>
        <p:spPr>
          <a:xfrm>
            <a:off x="4635692" y="57711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302" name="Shape 12">
            <a:extLst>
              <a:ext uri="{FF2B5EF4-FFF2-40B4-BE49-F238E27FC236}">
                <a16:creationId xmlns:a16="http://schemas.microsoft.com/office/drawing/2014/main" id="{521133F2-E005-F4E9-F28E-CAA5AB133E2D}"/>
              </a:ext>
            </a:extLst>
          </p:cNvPr>
          <p:cNvSpPr/>
          <p:nvPr/>
        </p:nvSpPr>
        <p:spPr>
          <a:xfrm>
            <a:off x="4023692" y="58784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03" name="Text 13">
            <a:extLst>
              <a:ext uri="{FF2B5EF4-FFF2-40B4-BE49-F238E27FC236}">
                <a16:creationId xmlns:a16="http://schemas.microsoft.com/office/drawing/2014/main" id="{DC1D6E3E-31E9-2B85-0D2A-3080EE1DF285}"/>
              </a:ext>
            </a:extLst>
          </p:cNvPr>
          <p:cNvSpPr txBox="1"/>
          <p:nvPr/>
        </p:nvSpPr>
        <p:spPr>
          <a:xfrm>
            <a:off x="4059692" y="59108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304" name="Text 14">
            <a:extLst>
              <a:ext uri="{FF2B5EF4-FFF2-40B4-BE49-F238E27FC236}">
                <a16:creationId xmlns:a16="http://schemas.microsoft.com/office/drawing/2014/main" id="{8F3A891F-834F-360B-FF3D-0E185E0E2D6D}"/>
              </a:ext>
            </a:extLst>
          </p:cNvPr>
          <p:cNvSpPr txBox="1"/>
          <p:nvPr/>
        </p:nvSpPr>
        <p:spPr>
          <a:xfrm>
            <a:off x="4635692" y="59108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305" name="Text 15">
            <a:extLst>
              <a:ext uri="{FF2B5EF4-FFF2-40B4-BE49-F238E27FC236}">
                <a16:creationId xmlns:a16="http://schemas.microsoft.com/office/drawing/2014/main" id="{1AE7A30B-AD72-9DCD-B712-48C7B9E1E2C4}"/>
              </a:ext>
            </a:extLst>
          </p:cNvPr>
          <p:cNvSpPr txBox="1"/>
          <p:nvPr/>
        </p:nvSpPr>
        <p:spPr>
          <a:xfrm>
            <a:off x="4635692" y="601236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306" name="Shape 16">
            <a:extLst>
              <a:ext uri="{FF2B5EF4-FFF2-40B4-BE49-F238E27FC236}">
                <a16:creationId xmlns:a16="http://schemas.microsoft.com/office/drawing/2014/main" id="{54212A65-9A25-4EA4-6E36-D08A1B7232FB}"/>
              </a:ext>
            </a:extLst>
          </p:cNvPr>
          <p:cNvSpPr/>
          <p:nvPr/>
        </p:nvSpPr>
        <p:spPr>
          <a:xfrm>
            <a:off x="4023692" y="6187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07" name="Text 17">
            <a:extLst>
              <a:ext uri="{FF2B5EF4-FFF2-40B4-BE49-F238E27FC236}">
                <a16:creationId xmlns:a16="http://schemas.microsoft.com/office/drawing/2014/main" id="{76C0A7EF-E7E6-F4BB-639D-40DEE1E5E025}"/>
              </a:ext>
            </a:extLst>
          </p:cNvPr>
          <p:cNvSpPr txBox="1"/>
          <p:nvPr/>
        </p:nvSpPr>
        <p:spPr>
          <a:xfrm>
            <a:off x="4059692" y="6219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308" name="Text 18">
            <a:extLst>
              <a:ext uri="{FF2B5EF4-FFF2-40B4-BE49-F238E27FC236}">
                <a16:creationId xmlns:a16="http://schemas.microsoft.com/office/drawing/2014/main" id="{76D89B6A-0083-4746-F863-8E28E8EB2F36}"/>
              </a:ext>
            </a:extLst>
          </p:cNvPr>
          <p:cNvSpPr txBox="1"/>
          <p:nvPr/>
        </p:nvSpPr>
        <p:spPr>
          <a:xfrm>
            <a:off x="4635692" y="6219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309" name="Text 19">
            <a:extLst>
              <a:ext uri="{FF2B5EF4-FFF2-40B4-BE49-F238E27FC236}">
                <a16:creationId xmlns:a16="http://schemas.microsoft.com/office/drawing/2014/main" id="{577BA77D-191F-07FF-046B-9A791ADB7A10}"/>
              </a:ext>
            </a:extLst>
          </p:cNvPr>
          <p:cNvSpPr txBox="1"/>
          <p:nvPr/>
        </p:nvSpPr>
        <p:spPr>
          <a:xfrm>
            <a:off x="4635692" y="632124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310" name="Shape 20">
            <a:extLst>
              <a:ext uri="{FF2B5EF4-FFF2-40B4-BE49-F238E27FC236}">
                <a16:creationId xmlns:a16="http://schemas.microsoft.com/office/drawing/2014/main" id="{212DCACD-66A7-6091-120E-42E833C2F861}"/>
              </a:ext>
            </a:extLst>
          </p:cNvPr>
          <p:cNvSpPr/>
          <p:nvPr/>
        </p:nvSpPr>
        <p:spPr>
          <a:xfrm>
            <a:off x="4023692" y="642852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11" name="Text 21">
            <a:extLst>
              <a:ext uri="{FF2B5EF4-FFF2-40B4-BE49-F238E27FC236}">
                <a16:creationId xmlns:a16="http://schemas.microsoft.com/office/drawing/2014/main" id="{4533DB6C-4E7B-E04E-5EBD-ECB14F17383D}"/>
              </a:ext>
            </a:extLst>
          </p:cNvPr>
          <p:cNvSpPr txBox="1"/>
          <p:nvPr/>
        </p:nvSpPr>
        <p:spPr>
          <a:xfrm>
            <a:off x="4059692" y="642852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312" name="Text 22">
            <a:extLst>
              <a:ext uri="{FF2B5EF4-FFF2-40B4-BE49-F238E27FC236}">
                <a16:creationId xmlns:a16="http://schemas.microsoft.com/office/drawing/2014/main" id="{FFE2451A-0723-3694-5D70-691BAE265BCA}"/>
              </a:ext>
            </a:extLst>
          </p:cNvPr>
          <p:cNvSpPr txBox="1"/>
          <p:nvPr/>
        </p:nvSpPr>
        <p:spPr>
          <a:xfrm>
            <a:off x="4635692" y="642852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313" name="Shape 23">
            <a:extLst>
              <a:ext uri="{FF2B5EF4-FFF2-40B4-BE49-F238E27FC236}">
                <a16:creationId xmlns:a16="http://schemas.microsoft.com/office/drawing/2014/main" id="{FF8872AA-06A9-8816-DA58-231D817914CA}"/>
              </a:ext>
            </a:extLst>
          </p:cNvPr>
          <p:cNvSpPr/>
          <p:nvPr/>
        </p:nvSpPr>
        <p:spPr>
          <a:xfrm>
            <a:off x="4023692" y="6580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14" name="Text 24">
            <a:extLst>
              <a:ext uri="{FF2B5EF4-FFF2-40B4-BE49-F238E27FC236}">
                <a16:creationId xmlns:a16="http://schemas.microsoft.com/office/drawing/2014/main" id="{049A67E5-F21E-CA1D-A315-D4AA511C00C6}"/>
              </a:ext>
            </a:extLst>
          </p:cNvPr>
          <p:cNvSpPr txBox="1"/>
          <p:nvPr/>
        </p:nvSpPr>
        <p:spPr>
          <a:xfrm>
            <a:off x="4059692" y="6612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315" name="Text 25">
            <a:extLst>
              <a:ext uri="{FF2B5EF4-FFF2-40B4-BE49-F238E27FC236}">
                <a16:creationId xmlns:a16="http://schemas.microsoft.com/office/drawing/2014/main" id="{5BD45561-33F2-CB31-CB27-EE81E5772081}"/>
              </a:ext>
            </a:extLst>
          </p:cNvPr>
          <p:cNvSpPr txBox="1"/>
          <p:nvPr/>
        </p:nvSpPr>
        <p:spPr>
          <a:xfrm>
            <a:off x="4635692" y="6612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316" name="Text 26">
            <a:extLst>
              <a:ext uri="{FF2B5EF4-FFF2-40B4-BE49-F238E27FC236}">
                <a16:creationId xmlns:a16="http://schemas.microsoft.com/office/drawing/2014/main" id="{3518F4D0-9F65-6AB2-0777-CA1E6AD85D39}"/>
              </a:ext>
            </a:extLst>
          </p:cNvPr>
          <p:cNvSpPr txBox="1"/>
          <p:nvPr/>
        </p:nvSpPr>
        <p:spPr>
          <a:xfrm>
            <a:off x="4635692" y="6714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317" name="Shape 27">
            <a:extLst>
              <a:ext uri="{FF2B5EF4-FFF2-40B4-BE49-F238E27FC236}">
                <a16:creationId xmlns:a16="http://schemas.microsoft.com/office/drawing/2014/main" id="{FA587B74-E0F0-8948-0E02-FCC2406FD90D}"/>
              </a:ext>
            </a:extLst>
          </p:cNvPr>
          <p:cNvSpPr/>
          <p:nvPr/>
        </p:nvSpPr>
        <p:spPr>
          <a:xfrm>
            <a:off x="4023692" y="6889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18" name="Text 28">
            <a:extLst>
              <a:ext uri="{FF2B5EF4-FFF2-40B4-BE49-F238E27FC236}">
                <a16:creationId xmlns:a16="http://schemas.microsoft.com/office/drawing/2014/main" id="{6B27F3FC-5A4D-B75E-E3FA-A7C5015BD246}"/>
              </a:ext>
            </a:extLst>
          </p:cNvPr>
          <p:cNvSpPr txBox="1"/>
          <p:nvPr/>
        </p:nvSpPr>
        <p:spPr>
          <a:xfrm>
            <a:off x="4059692" y="6921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319" name="Text 29">
            <a:extLst>
              <a:ext uri="{FF2B5EF4-FFF2-40B4-BE49-F238E27FC236}">
                <a16:creationId xmlns:a16="http://schemas.microsoft.com/office/drawing/2014/main" id="{E1EBA60E-647A-9B1F-0034-D89E4005D6A4}"/>
              </a:ext>
            </a:extLst>
          </p:cNvPr>
          <p:cNvSpPr txBox="1"/>
          <p:nvPr/>
        </p:nvSpPr>
        <p:spPr>
          <a:xfrm>
            <a:off x="4635692" y="6921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320" name="Text 30">
            <a:extLst>
              <a:ext uri="{FF2B5EF4-FFF2-40B4-BE49-F238E27FC236}">
                <a16:creationId xmlns:a16="http://schemas.microsoft.com/office/drawing/2014/main" id="{70EBEFE5-5115-3DD7-C1E3-5490CF6F025B}"/>
              </a:ext>
            </a:extLst>
          </p:cNvPr>
          <p:cNvSpPr txBox="1"/>
          <p:nvPr/>
        </p:nvSpPr>
        <p:spPr>
          <a:xfrm>
            <a:off x="4635692" y="70228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321" name="Shape 31">
            <a:extLst>
              <a:ext uri="{FF2B5EF4-FFF2-40B4-BE49-F238E27FC236}">
                <a16:creationId xmlns:a16="http://schemas.microsoft.com/office/drawing/2014/main" id="{18F1584E-B176-CA84-AF4B-4715EB4FBD4B}"/>
              </a:ext>
            </a:extLst>
          </p:cNvPr>
          <p:cNvSpPr/>
          <p:nvPr/>
        </p:nvSpPr>
        <p:spPr>
          <a:xfrm>
            <a:off x="4023692" y="7130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22" name="Text 32">
            <a:extLst>
              <a:ext uri="{FF2B5EF4-FFF2-40B4-BE49-F238E27FC236}">
                <a16:creationId xmlns:a16="http://schemas.microsoft.com/office/drawing/2014/main" id="{AC4308A4-A015-53BE-2C6F-CB7832FB89D6}"/>
              </a:ext>
            </a:extLst>
          </p:cNvPr>
          <p:cNvSpPr txBox="1"/>
          <p:nvPr/>
        </p:nvSpPr>
        <p:spPr>
          <a:xfrm>
            <a:off x="4059692" y="7162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323" name="Text 33">
            <a:extLst>
              <a:ext uri="{FF2B5EF4-FFF2-40B4-BE49-F238E27FC236}">
                <a16:creationId xmlns:a16="http://schemas.microsoft.com/office/drawing/2014/main" id="{C2DE709F-B1B8-F87B-A8C2-1061989097D1}"/>
              </a:ext>
            </a:extLst>
          </p:cNvPr>
          <p:cNvSpPr txBox="1"/>
          <p:nvPr/>
        </p:nvSpPr>
        <p:spPr>
          <a:xfrm>
            <a:off x="4635692" y="7162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324" name="Text 34">
            <a:extLst>
              <a:ext uri="{FF2B5EF4-FFF2-40B4-BE49-F238E27FC236}">
                <a16:creationId xmlns:a16="http://schemas.microsoft.com/office/drawing/2014/main" id="{BD7D2551-C664-F4B9-9987-6492D93B3403}"/>
              </a:ext>
            </a:extLst>
          </p:cNvPr>
          <p:cNvSpPr txBox="1"/>
          <p:nvPr/>
        </p:nvSpPr>
        <p:spPr>
          <a:xfrm>
            <a:off x="4635692" y="72640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325" name="Shape 35">
            <a:extLst>
              <a:ext uri="{FF2B5EF4-FFF2-40B4-BE49-F238E27FC236}">
                <a16:creationId xmlns:a16="http://schemas.microsoft.com/office/drawing/2014/main" id="{B20CF1E3-A6D0-E2F2-09F5-CA875E3DDAE6}"/>
              </a:ext>
            </a:extLst>
          </p:cNvPr>
          <p:cNvSpPr/>
          <p:nvPr/>
        </p:nvSpPr>
        <p:spPr>
          <a:xfrm>
            <a:off x="4023692" y="73713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26" name="Text 36">
            <a:extLst>
              <a:ext uri="{FF2B5EF4-FFF2-40B4-BE49-F238E27FC236}">
                <a16:creationId xmlns:a16="http://schemas.microsoft.com/office/drawing/2014/main" id="{C280C293-9A1B-99C9-A966-B09EF18AE0D4}"/>
              </a:ext>
            </a:extLst>
          </p:cNvPr>
          <p:cNvSpPr txBox="1"/>
          <p:nvPr/>
        </p:nvSpPr>
        <p:spPr>
          <a:xfrm>
            <a:off x="4059692" y="74037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327" name="Text 37">
            <a:extLst>
              <a:ext uri="{FF2B5EF4-FFF2-40B4-BE49-F238E27FC236}">
                <a16:creationId xmlns:a16="http://schemas.microsoft.com/office/drawing/2014/main" id="{C3ACE5DF-BC63-2FAD-2FD9-999023972985}"/>
              </a:ext>
            </a:extLst>
          </p:cNvPr>
          <p:cNvSpPr txBox="1"/>
          <p:nvPr/>
        </p:nvSpPr>
        <p:spPr>
          <a:xfrm>
            <a:off x="4635692" y="74037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328" name="Text 38">
            <a:extLst>
              <a:ext uri="{FF2B5EF4-FFF2-40B4-BE49-F238E27FC236}">
                <a16:creationId xmlns:a16="http://schemas.microsoft.com/office/drawing/2014/main" id="{4B8EBBA0-FA27-C00A-D122-E7B430B5AADB}"/>
              </a:ext>
            </a:extLst>
          </p:cNvPr>
          <p:cNvSpPr txBox="1"/>
          <p:nvPr/>
        </p:nvSpPr>
        <p:spPr>
          <a:xfrm>
            <a:off x="4635692" y="750528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329" name="Shape 39">
            <a:extLst>
              <a:ext uri="{FF2B5EF4-FFF2-40B4-BE49-F238E27FC236}">
                <a16:creationId xmlns:a16="http://schemas.microsoft.com/office/drawing/2014/main" id="{1B552038-6E35-3EE0-686C-B69DE899E65E}"/>
              </a:ext>
            </a:extLst>
          </p:cNvPr>
          <p:cNvSpPr/>
          <p:nvPr/>
        </p:nvSpPr>
        <p:spPr>
          <a:xfrm>
            <a:off x="4023692" y="768024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30" name="Text 40">
            <a:extLst>
              <a:ext uri="{FF2B5EF4-FFF2-40B4-BE49-F238E27FC236}">
                <a16:creationId xmlns:a16="http://schemas.microsoft.com/office/drawing/2014/main" id="{81137DE7-23A7-6B11-3147-201E5920A30B}"/>
              </a:ext>
            </a:extLst>
          </p:cNvPr>
          <p:cNvSpPr txBox="1"/>
          <p:nvPr/>
        </p:nvSpPr>
        <p:spPr>
          <a:xfrm>
            <a:off x="4059692" y="768024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331" name="Text 41">
            <a:extLst>
              <a:ext uri="{FF2B5EF4-FFF2-40B4-BE49-F238E27FC236}">
                <a16:creationId xmlns:a16="http://schemas.microsoft.com/office/drawing/2014/main" id="{F746AC0D-B7DC-9431-F87A-D110C1303C21}"/>
              </a:ext>
            </a:extLst>
          </p:cNvPr>
          <p:cNvSpPr txBox="1"/>
          <p:nvPr/>
        </p:nvSpPr>
        <p:spPr>
          <a:xfrm>
            <a:off x="4635692" y="768024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332" name="Shape 42">
            <a:extLst>
              <a:ext uri="{FF2B5EF4-FFF2-40B4-BE49-F238E27FC236}">
                <a16:creationId xmlns:a16="http://schemas.microsoft.com/office/drawing/2014/main" id="{9BC70E45-EF32-FDAA-CB33-17B054476E85}"/>
              </a:ext>
            </a:extLst>
          </p:cNvPr>
          <p:cNvSpPr/>
          <p:nvPr/>
        </p:nvSpPr>
        <p:spPr>
          <a:xfrm>
            <a:off x="4023692" y="7832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33" name="Text 43">
            <a:extLst>
              <a:ext uri="{FF2B5EF4-FFF2-40B4-BE49-F238E27FC236}">
                <a16:creationId xmlns:a16="http://schemas.microsoft.com/office/drawing/2014/main" id="{BB86B19F-8986-F857-CC8D-FDF7317D66F8}"/>
              </a:ext>
            </a:extLst>
          </p:cNvPr>
          <p:cNvSpPr txBox="1"/>
          <p:nvPr/>
        </p:nvSpPr>
        <p:spPr>
          <a:xfrm>
            <a:off x="4059692" y="7864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334" name="Text 44">
            <a:extLst>
              <a:ext uri="{FF2B5EF4-FFF2-40B4-BE49-F238E27FC236}">
                <a16:creationId xmlns:a16="http://schemas.microsoft.com/office/drawing/2014/main" id="{83F7919F-8596-70E1-A4BD-20EEAF295F85}"/>
              </a:ext>
            </a:extLst>
          </p:cNvPr>
          <p:cNvSpPr txBox="1"/>
          <p:nvPr/>
        </p:nvSpPr>
        <p:spPr>
          <a:xfrm>
            <a:off x="4635692" y="7864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335" name="Text 45">
            <a:extLst>
              <a:ext uri="{FF2B5EF4-FFF2-40B4-BE49-F238E27FC236}">
                <a16:creationId xmlns:a16="http://schemas.microsoft.com/office/drawing/2014/main" id="{B71DC6B0-CDB8-D921-3162-F50A7F6DCF16}"/>
              </a:ext>
            </a:extLst>
          </p:cNvPr>
          <p:cNvSpPr txBox="1"/>
          <p:nvPr/>
        </p:nvSpPr>
        <p:spPr>
          <a:xfrm>
            <a:off x="4635692" y="796572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336" name="Shape 46">
            <a:extLst>
              <a:ext uri="{FF2B5EF4-FFF2-40B4-BE49-F238E27FC236}">
                <a16:creationId xmlns:a16="http://schemas.microsoft.com/office/drawing/2014/main" id="{D4D6D1D7-1699-28A5-A02C-D1339B391004}"/>
              </a:ext>
            </a:extLst>
          </p:cNvPr>
          <p:cNvSpPr/>
          <p:nvPr/>
        </p:nvSpPr>
        <p:spPr>
          <a:xfrm>
            <a:off x="4023692" y="80730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37" name="Text 47">
            <a:extLst>
              <a:ext uri="{FF2B5EF4-FFF2-40B4-BE49-F238E27FC236}">
                <a16:creationId xmlns:a16="http://schemas.microsoft.com/office/drawing/2014/main" id="{FF94F4B9-0DFB-C6D4-AC31-54954CC0178F}"/>
              </a:ext>
            </a:extLst>
          </p:cNvPr>
          <p:cNvSpPr txBox="1"/>
          <p:nvPr/>
        </p:nvSpPr>
        <p:spPr>
          <a:xfrm>
            <a:off x="4059692" y="81054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338" name="Text 48">
            <a:extLst>
              <a:ext uri="{FF2B5EF4-FFF2-40B4-BE49-F238E27FC236}">
                <a16:creationId xmlns:a16="http://schemas.microsoft.com/office/drawing/2014/main" id="{75CBB820-7C03-5F9E-23EF-B423C6BA5C42}"/>
              </a:ext>
            </a:extLst>
          </p:cNvPr>
          <p:cNvSpPr txBox="1"/>
          <p:nvPr/>
        </p:nvSpPr>
        <p:spPr>
          <a:xfrm>
            <a:off x="4635692" y="81054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339" name="Text 49">
            <a:extLst>
              <a:ext uri="{FF2B5EF4-FFF2-40B4-BE49-F238E27FC236}">
                <a16:creationId xmlns:a16="http://schemas.microsoft.com/office/drawing/2014/main" id="{61EAC224-5299-73C7-6A08-8B8C05AD7FC4}"/>
              </a:ext>
            </a:extLst>
          </p:cNvPr>
          <p:cNvSpPr txBox="1"/>
          <p:nvPr/>
        </p:nvSpPr>
        <p:spPr>
          <a:xfrm>
            <a:off x="4635692" y="820692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340" name="Shape 50">
            <a:extLst>
              <a:ext uri="{FF2B5EF4-FFF2-40B4-BE49-F238E27FC236}">
                <a16:creationId xmlns:a16="http://schemas.microsoft.com/office/drawing/2014/main" id="{AC1162A5-7FDD-285B-A079-F4FED3342500}"/>
              </a:ext>
            </a:extLst>
          </p:cNvPr>
          <p:cNvSpPr/>
          <p:nvPr/>
        </p:nvSpPr>
        <p:spPr>
          <a:xfrm>
            <a:off x="4023692" y="8382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41" name="Text 51">
            <a:extLst>
              <a:ext uri="{FF2B5EF4-FFF2-40B4-BE49-F238E27FC236}">
                <a16:creationId xmlns:a16="http://schemas.microsoft.com/office/drawing/2014/main" id="{C5E4722C-7987-0915-59B0-305FF7D199A6}"/>
              </a:ext>
            </a:extLst>
          </p:cNvPr>
          <p:cNvSpPr txBox="1"/>
          <p:nvPr/>
        </p:nvSpPr>
        <p:spPr>
          <a:xfrm>
            <a:off x="4059692" y="8414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342" name="Text 52">
            <a:extLst>
              <a:ext uri="{FF2B5EF4-FFF2-40B4-BE49-F238E27FC236}">
                <a16:creationId xmlns:a16="http://schemas.microsoft.com/office/drawing/2014/main" id="{1D64DEB5-C592-1C14-84A0-4C208AFFB9FC}"/>
              </a:ext>
            </a:extLst>
          </p:cNvPr>
          <p:cNvSpPr txBox="1"/>
          <p:nvPr/>
        </p:nvSpPr>
        <p:spPr>
          <a:xfrm>
            <a:off x="4635692" y="8414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343" name="Text 53">
            <a:extLst>
              <a:ext uri="{FF2B5EF4-FFF2-40B4-BE49-F238E27FC236}">
                <a16:creationId xmlns:a16="http://schemas.microsoft.com/office/drawing/2014/main" id="{835EFCAB-ADAC-13C7-5CA9-46C32ACAF23A}"/>
              </a:ext>
            </a:extLst>
          </p:cNvPr>
          <p:cNvSpPr txBox="1"/>
          <p:nvPr/>
        </p:nvSpPr>
        <p:spPr>
          <a:xfrm>
            <a:off x="4635692" y="851580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344" name="Shape 54">
            <a:extLst>
              <a:ext uri="{FF2B5EF4-FFF2-40B4-BE49-F238E27FC236}">
                <a16:creationId xmlns:a16="http://schemas.microsoft.com/office/drawing/2014/main" id="{44C8AD4E-5153-9F95-8FCE-937C3B8DE668}"/>
              </a:ext>
            </a:extLst>
          </p:cNvPr>
          <p:cNvSpPr/>
          <p:nvPr/>
        </p:nvSpPr>
        <p:spPr>
          <a:xfrm>
            <a:off x="4023692" y="8623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45" name="Text 55">
            <a:extLst>
              <a:ext uri="{FF2B5EF4-FFF2-40B4-BE49-F238E27FC236}">
                <a16:creationId xmlns:a16="http://schemas.microsoft.com/office/drawing/2014/main" id="{AF4BC753-B789-E08C-CA2C-6B335A900945}"/>
              </a:ext>
            </a:extLst>
          </p:cNvPr>
          <p:cNvSpPr txBox="1"/>
          <p:nvPr/>
        </p:nvSpPr>
        <p:spPr>
          <a:xfrm>
            <a:off x="4059692" y="8655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346" name="Text 56">
            <a:extLst>
              <a:ext uri="{FF2B5EF4-FFF2-40B4-BE49-F238E27FC236}">
                <a16:creationId xmlns:a16="http://schemas.microsoft.com/office/drawing/2014/main" id="{A3BA00AA-39D4-7249-57C8-A1D8974FD88F}"/>
              </a:ext>
            </a:extLst>
          </p:cNvPr>
          <p:cNvSpPr txBox="1"/>
          <p:nvPr/>
        </p:nvSpPr>
        <p:spPr>
          <a:xfrm>
            <a:off x="4635692" y="8655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347" name="Text 57">
            <a:extLst>
              <a:ext uri="{FF2B5EF4-FFF2-40B4-BE49-F238E27FC236}">
                <a16:creationId xmlns:a16="http://schemas.microsoft.com/office/drawing/2014/main" id="{0EA820C7-BB71-9BA9-2AB0-4EDB0376D1B6}"/>
              </a:ext>
            </a:extLst>
          </p:cNvPr>
          <p:cNvSpPr txBox="1"/>
          <p:nvPr/>
        </p:nvSpPr>
        <p:spPr>
          <a:xfrm>
            <a:off x="4635692" y="8757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348" name="Shape 58">
            <a:extLst>
              <a:ext uri="{FF2B5EF4-FFF2-40B4-BE49-F238E27FC236}">
                <a16:creationId xmlns:a16="http://schemas.microsoft.com/office/drawing/2014/main" id="{3D0969A9-7FBF-A84A-3A92-712BCCEDE3C7}"/>
              </a:ext>
            </a:extLst>
          </p:cNvPr>
          <p:cNvSpPr/>
          <p:nvPr/>
        </p:nvSpPr>
        <p:spPr>
          <a:xfrm>
            <a:off x="4023692" y="893196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49" name="Text 59">
            <a:extLst>
              <a:ext uri="{FF2B5EF4-FFF2-40B4-BE49-F238E27FC236}">
                <a16:creationId xmlns:a16="http://schemas.microsoft.com/office/drawing/2014/main" id="{1387DD6B-F02C-3A8E-AF87-2D9634A60C15}"/>
              </a:ext>
            </a:extLst>
          </p:cNvPr>
          <p:cNvSpPr txBox="1"/>
          <p:nvPr/>
        </p:nvSpPr>
        <p:spPr>
          <a:xfrm>
            <a:off x="4059692" y="893196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350" name="Text 60">
            <a:extLst>
              <a:ext uri="{FF2B5EF4-FFF2-40B4-BE49-F238E27FC236}">
                <a16:creationId xmlns:a16="http://schemas.microsoft.com/office/drawing/2014/main" id="{13FE78D6-9452-70CC-6335-561E7E8DD351}"/>
              </a:ext>
            </a:extLst>
          </p:cNvPr>
          <p:cNvSpPr txBox="1"/>
          <p:nvPr/>
        </p:nvSpPr>
        <p:spPr>
          <a:xfrm>
            <a:off x="4635692" y="893196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351" name="Shape 61">
            <a:extLst>
              <a:ext uri="{FF2B5EF4-FFF2-40B4-BE49-F238E27FC236}">
                <a16:creationId xmlns:a16="http://schemas.microsoft.com/office/drawing/2014/main" id="{9ADF035B-A302-CCCA-73EF-34BD68A7EE1A}"/>
              </a:ext>
            </a:extLst>
          </p:cNvPr>
          <p:cNvSpPr/>
          <p:nvPr/>
        </p:nvSpPr>
        <p:spPr>
          <a:xfrm>
            <a:off x="4023692" y="9148686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352" name="Text 63">
            <a:extLst>
              <a:ext uri="{FF2B5EF4-FFF2-40B4-BE49-F238E27FC236}">
                <a16:creationId xmlns:a16="http://schemas.microsoft.com/office/drawing/2014/main" id="{6668AC46-3C8A-36CF-EE45-659A3E7CC499}"/>
              </a:ext>
            </a:extLst>
          </p:cNvPr>
          <p:cNvSpPr txBox="1"/>
          <p:nvPr/>
        </p:nvSpPr>
        <p:spPr>
          <a:xfrm>
            <a:off x="4023692" y="9240486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100383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CB8FF767-6B8E-743B-AFE4-CFA6B8B4452A}"/>
              </a:ext>
            </a:extLst>
          </p:cNvPr>
          <p:cNvSpPr/>
          <p:nvPr/>
        </p:nvSpPr>
        <p:spPr>
          <a:xfrm>
            <a:off x="-325" y="-2"/>
            <a:ext cx="7560325" cy="10691814"/>
          </a:xfrm>
          <a:custGeom>
            <a:avLst/>
            <a:gdLst>
              <a:gd name="connsiteX0" fmla="*/ 540325 w 7560325"/>
              <a:gd name="connsiteY0" fmla="*/ 540001 h 10691814"/>
              <a:gd name="connsiteX1" fmla="*/ 540325 w 7560325"/>
              <a:gd name="connsiteY1" fmla="*/ 10151814 h 10691814"/>
              <a:gd name="connsiteX2" fmla="*/ 7020000 w 7560325"/>
              <a:gd name="connsiteY2" fmla="*/ 10151814 h 10691814"/>
              <a:gd name="connsiteX3" fmla="*/ 7020000 w 7560325"/>
              <a:gd name="connsiteY3" fmla="*/ 540001 h 10691814"/>
              <a:gd name="connsiteX4" fmla="*/ 325 w 7560325"/>
              <a:gd name="connsiteY4" fmla="*/ 0 h 10691814"/>
              <a:gd name="connsiteX5" fmla="*/ 540325 w 7560325"/>
              <a:gd name="connsiteY5" fmla="*/ 0 h 10691814"/>
              <a:gd name="connsiteX6" fmla="*/ 540325 w 7560325"/>
              <a:gd name="connsiteY6" fmla="*/ 1 h 10691814"/>
              <a:gd name="connsiteX7" fmla="*/ 7020000 w 7560325"/>
              <a:gd name="connsiteY7" fmla="*/ 1 h 10691814"/>
              <a:gd name="connsiteX8" fmla="*/ 7020000 w 7560325"/>
              <a:gd name="connsiteY8" fmla="*/ 1 h 10691814"/>
              <a:gd name="connsiteX9" fmla="*/ 7560000 w 7560325"/>
              <a:gd name="connsiteY9" fmla="*/ 1 h 10691814"/>
              <a:gd name="connsiteX10" fmla="*/ 7560000 w 7560325"/>
              <a:gd name="connsiteY10" fmla="*/ 1 h 10691814"/>
              <a:gd name="connsiteX11" fmla="*/ 7560325 w 7560325"/>
              <a:gd name="connsiteY11" fmla="*/ 1 h 10691814"/>
              <a:gd name="connsiteX12" fmla="*/ 7560325 w 7560325"/>
              <a:gd name="connsiteY12" fmla="*/ 540001 h 10691814"/>
              <a:gd name="connsiteX13" fmla="*/ 7560000 w 7560325"/>
              <a:gd name="connsiteY13" fmla="*/ 540001 h 10691814"/>
              <a:gd name="connsiteX14" fmla="*/ 7560000 w 7560325"/>
              <a:gd name="connsiteY14" fmla="*/ 10151814 h 10691814"/>
              <a:gd name="connsiteX15" fmla="*/ 7560000 w 7560325"/>
              <a:gd name="connsiteY15" fmla="*/ 10691813 h 10691814"/>
              <a:gd name="connsiteX16" fmla="*/ 7560000 w 7560325"/>
              <a:gd name="connsiteY16" fmla="*/ 10691814 h 10691814"/>
              <a:gd name="connsiteX17" fmla="*/ 0 w 7560325"/>
              <a:gd name="connsiteY17" fmla="*/ 10691814 h 10691814"/>
              <a:gd name="connsiteX18" fmla="*/ 0 w 7560325"/>
              <a:gd name="connsiteY18" fmla="*/ 10151814 h 10691814"/>
              <a:gd name="connsiteX19" fmla="*/ 325 w 7560325"/>
              <a:gd name="connsiteY19" fmla="*/ 10151814 h 10691814"/>
              <a:gd name="connsiteX20" fmla="*/ 325 w 7560325"/>
              <a:gd name="connsiteY20" fmla="*/ 540001 h 10691814"/>
              <a:gd name="connsiteX21" fmla="*/ 325 w 7560325"/>
              <a:gd name="connsiteY21" fmla="*/ 540001 h 10691814"/>
              <a:gd name="connsiteX22" fmla="*/ 325 w 7560325"/>
              <a:gd name="connsiteY22" fmla="*/ 1 h 10691814"/>
              <a:gd name="connsiteX23" fmla="*/ 325 w 7560325"/>
              <a:gd name="connsiteY23" fmla="*/ 1 h 1069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60325" h="10691814">
                <a:moveTo>
                  <a:pt x="540325" y="540001"/>
                </a:moveTo>
                <a:lnTo>
                  <a:pt x="540325" y="10151814"/>
                </a:lnTo>
                <a:lnTo>
                  <a:pt x="7020000" y="10151814"/>
                </a:lnTo>
                <a:lnTo>
                  <a:pt x="7020000" y="540001"/>
                </a:lnTo>
                <a:close/>
                <a:moveTo>
                  <a:pt x="325" y="0"/>
                </a:moveTo>
                <a:lnTo>
                  <a:pt x="540325" y="0"/>
                </a:lnTo>
                <a:lnTo>
                  <a:pt x="540325" y="1"/>
                </a:lnTo>
                <a:lnTo>
                  <a:pt x="7020000" y="1"/>
                </a:lnTo>
                <a:lnTo>
                  <a:pt x="7020000" y="1"/>
                </a:lnTo>
                <a:lnTo>
                  <a:pt x="7560000" y="1"/>
                </a:lnTo>
                <a:lnTo>
                  <a:pt x="7560000" y="1"/>
                </a:lnTo>
                <a:lnTo>
                  <a:pt x="7560325" y="1"/>
                </a:lnTo>
                <a:lnTo>
                  <a:pt x="7560325" y="540001"/>
                </a:lnTo>
                <a:lnTo>
                  <a:pt x="7560000" y="540001"/>
                </a:lnTo>
                <a:lnTo>
                  <a:pt x="7560000" y="10151814"/>
                </a:lnTo>
                <a:lnTo>
                  <a:pt x="7560000" y="10691813"/>
                </a:lnTo>
                <a:lnTo>
                  <a:pt x="7560000" y="10691814"/>
                </a:lnTo>
                <a:lnTo>
                  <a:pt x="0" y="10691814"/>
                </a:lnTo>
                <a:lnTo>
                  <a:pt x="0" y="10151814"/>
                </a:lnTo>
                <a:lnTo>
                  <a:pt x="325" y="10151814"/>
                </a:lnTo>
                <a:lnTo>
                  <a:pt x="325" y="540001"/>
                </a:lnTo>
                <a:lnTo>
                  <a:pt x="325" y="540001"/>
                </a:lnTo>
                <a:lnTo>
                  <a:pt x="325" y="1"/>
                </a:lnTo>
                <a:lnTo>
                  <a:pt x="325" y="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283D2CF-78D9-2413-7998-4BB5B99B2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83" y="537028"/>
            <a:ext cx="3240854" cy="4500000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7E3EAAE4-E215-DCFB-0B2A-C0D924B6F124}"/>
              </a:ext>
            </a:extLst>
          </p:cNvPr>
          <p:cNvGrpSpPr/>
          <p:nvPr/>
        </p:nvGrpSpPr>
        <p:grpSpPr>
          <a:xfrm>
            <a:off x="744804" y="737290"/>
            <a:ext cx="2891080" cy="858192"/>
            <a:chOff x="719404" y="737290"/>
            <a:chExt cx="2891080" cy="858192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1C036CDB-94B0-6EB0-B214-584E1DF10656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73A6542-6C9B-CB9E-2F66-317B97AC4290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BCC6A1CB-E4D4-75FB-5830-F5FF1F9A65EB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183399E1-6E73-85B5-A72F-4DFF0B85DECB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9EAFED4-854A-D799-2383-F78DACE4E149}"/>
              </a:ext>
            </a:extLst>
          </p:cNvPr>
          <p:cNvSpPr txBox="1"/>
          <p:nvPr/>
        </p:nvSpPr>
        <p:spPr>
          <a:xfrm>
            <a:off x="714816" y="2571584"/>
            <a:ext cx="29274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James Robert </a:t>
            </a:r>
            <a:r>
              <a:rPr lang="en-US" altLang="zh-TW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Durrant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08DACCA-47A3-11D0-3C46-8EE0CAFA1B30}"/>
              </a:ext>
            </a:extLst>
          </p:cNvPr>
          <p:cNvSpPr txBox="1"/>
          <p:nvPr/>
        </p:nvSpPr>
        <p:spPr>
          <a:xfrm>
            <a:off x="1752889" y="313338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5E491EAE-CF0D-A420-6F5C-FD1BF4A26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544" y="537028"/>
            <a:ext cx="3240854" cy="4500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214A6344-5AE5-A720-67F3-851E91322ADC}"/>
              </a:ext>
            </a:extLst>
          </p:cNvPr>
          <p:cNvGrpSpPr/>
          <p:nvPr/>
        </p:nvGrpSpPr>
        <p:grpSpPr>
          <a:xfrm>
            <a:off x="3994365" y="737290"/>
            <a:ext cx="2891080" cy="858192"/>
            <a:chOff x="719404" y="737290"/>
            <a:chExt cx="2891080" cy="858192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8BB5473-72BC-F088-2291-AD486286ED22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78CB8452-0421-65DF-4945-001368B32C75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0201300F-66DC-3C62-F803-1EED1F225E21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F3941298-04E5-C7AF-7AF9-E8489C596D4D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FAA2D87-1CF6-2653-0A43-999D82B84EB6}"/>
              </a:ext>
            </a:extLst>
          </p:cNvPr>
          <p:cNvSpPr txBox="1"/>
          <p:nvPr/>
        </p:nvSpPr>
        <p:spPr>
          <a:xfrm>
            <a:off x="4512731" y="2571583"/>
            <a:ext cx="17924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Hyojung</a:t>
            </a:r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E4192012-DD3D-EBDB-E190-38DBA351B0AD}"/>
              </a:ext>
            </a:extLst>
          </p:cNvPr>
          <p:cNvSpPr txBox="1"/>
          <p:nvPr/>
        </p:nvSpPr>
        <p:spPr>
          <a:xfrm>
            <a:off x="5002450" y="313338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32FC2F69-FBC5-DC8B-B945-DE729F3EA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83" y="5047914"/>
            <a:ext cx="3240854" cy="4500000"/>
          </a:xfrm>
          <a:prstGeom prst="rect">
            <a:avLst/>
          </a:prstGeom>
        </p:spPr>
      </p:pic>
      <p:grpSp>
        <p:nvGrpSpPr>
          <p:cNvPr id="45" name="群組 44">
            <a:extLst>
              <a:ext uri="{FF2B5EF4-FFF2-40B4-BE49-F238E27FC236}">
                <a16:creationId xmlns:a16="http://schemas.microsoft.com/office/drawing/2014/main" id="{E5BFD390-CF75-C6B1-562C-0311B6022A1E}"/>
              </a:ext>
            </a:extLst>
          </p:cNvPr>
          <p:cNvGrpSpPr/>
          <p:nvPr/>
        </p:nvGrpSpPr>
        <p:grpSpPr>
          <a:xfrm>
            <a:off x="744804" y="5248176"/>
            <a:ext cx="2891080" cy="858192"/>
            <a:chOff x="719404" y="737290"/>
            <a:chExt cx="2891080" cy="858192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C2B901E1-2DAC-41E5-6543-385D01377D99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814349B9-C449-96B4-1C58-A27B0B4B1C79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89C39B3A-3045-B663-F801-73651F191E31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5087F0A1-1B55-30C3-96A8-03A83737C662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2C0BC17C-2AE4-BE04-E16B-405E150514A2}"/>
              </a:ext>
            </a:extLst>
          </p:cNvPr>
          <p:cNvSpPr txBox="1"/>
          <p:nvPr/>
        </p:nvSpPr>
        <p:spPr>
          <a:xfrm>
            <a:off x="1122106" y="7082469"/>
            <a:ext cx="20746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Ludmilla </a:t>
            </a:r>
            <a:r>
              <a:rPr lang="en-US" altLang="zh-TW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Steier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E47BF8E-20E1-DEAB-A940-8480A2DCDBDF}"/>
              </a:ext>
            </a:extLst>
          </p:cNvPr>
          <p:cNvSpPr txBox="1"/>
          <p:nvPr/>
        </p:nvSpPr>
        <p:spPr>
          <a:xfrm>
            <a:off x="1752889" y="7644266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圖片 51">
            <a:extLst>
              <a:ext uri="{FF2B5EF4-FFF2-40B4-BE49-F238E27FC236}">
                <a16:creationId xmlns:a16="http://schemas.microsoft.com/office/drawing/2014/main" id="{76B87CC3-B374-07FD-7BD2-D57902A9C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544" y="5047914"/>
            <a:ext cx="3240854" cy="4500000"/>
          </a:xfrm>
          <a:prstGeom prst="rect">
            <a:avLst/>
          </a:prstGeom>
        </p:spPr>
      </p:pic>
      <p:grpSp>
        <p:nvGrpSpPr>
          <p:cNvPr id="53" name="群組 52">
            <a:extLst>
              <a:ext uri="{FF2B5EF4-FFF2-40B4-BE49-F238E27FC236}">
                <a16:creationId xmlns:a16="http://schemas.microsoft.com/office/drawing/2014/main" id="{401B3E19-88F9-9814-349A-1C4C2B447946}"/>
              </a:ext>
            </a:extLst>
          </p:cNvPr>
          <p:cNvGrpSpPr/>
          <p:nvPr/>
        </p:nvGrpSpPr>
        <p:grpSpPr>
          <a:xfrm>
            <a:off x="3994365" y="5248176"/>
            <a:ext cx="2891080" cy="858192"/>
            <a:chOff x="719404" y="737290"/>
            <a:chExt cx="2891080" cy="858192"/>
          </a:xfrm>
        </p:grpSpPr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982AB011-BE58-044F-4C07-E97474123B10}"/>
                </a:ext>
              </a:extLst>
            </p:cNvPr>
            <p:cNvSpPr txBox="1"/>
            <p:nvPr/>
          </p:nvSpPr>
          <p:spPr>
            <a:xfrm>
              <a:off x="719404" y="737291"/>
              <a:ext cx="219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次世代太陽能電池與氫能技術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  <a:p>
              <a:r>
                <a:rPr lang="zh-TW" altLang="en-US" sz="1200" b="1" i="0" dirty="0">
                  <a:solidFill>
                    <a:schemeClr val="bg1"/>
                  </a:solidFill>
                  <a:effectLst/>
                  <a:latin typeface="源流明體月 SB" panose="02020600000000000000" pitchFamily="18" charset="-120"/>
                  <a:ea typeface="源流明體月 SB" panose="02020600000000000000" pitchFamily="18" charset="-120"/>
                </a:rPr>
                <a:t>之永續能源應用研討會</a:t>
              </a:r>
              <a:endParaRPr lang="zh-TW" altLang="en-US" sz="1200" dirty="0">
                <a:solidFill>
                  <a:schemeClr val="bg1"/>
                </a:solidFill>
                <a:effectLst/>
                <a:latin typeface="源流明體月 SB" panose="02020600000000000000" pitchFamily="18" charset="-120"/>
                <a:ea typeface="源流明體月 SB" panose="02020600000000000000" pitchFamily="18" charset="-12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1A4EA8D9-3999-60DC-D43E-1A8151DCC9FC}"/>
                </a:ext>
              </a:extLst>
            </p:cNvPr>
            <p:cNvSpPr txBox="1"/>
            <p:nvPr/>
          </p:nvSpPr>
          <p:spPr>
            <a:xfrm>
              <a:off x="743979" y="1198956"/>
              <a:ext cx="286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Symposium on Sustainable Energy Applications of </a:t>
              </a:r>
            </a:p>
            <a:p>
              <a:r>
                <a:rPr lang="en-US" altLang="zh-TW" sz="800" b="0" i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Advanced Solar &amp; Hydrogen Technologies</a:t>
              </a:r>
              <a:endParaRPr lang="zh-TW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E2FC8567-3C8A-9F10-59DC-67D305CF384F}"/>
                </a:ext>
              </a:extLst>
            </p:cNvPr>
            <p:cNvSpPr txBox="1"/>
            <p:nvPr/>
          </p:nvSpPr>
          <p:spPr>
            <a:xfrm>
              <a:off x="2767875" y="737290"/>
              <a:ext cx="766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altLang="zh-TW" sz="12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NOV. 05 </a:t>
              </a:r>
              <a:endParaRPr lang="en-GB" altLang="zh-TW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498E7308-FFBD-A1F1-0A48-5721F6061344}"/>
                </a:ext>
              </a:extLst>
            </p:cNvPr>
            <p:cNvCxnSpPr/>
            <p:nvPr/>
          </p:nvCxnSpPr>
          <p:spPr>
            <a:xfrm>
              <a:off x="852714" y="1595482"/>
              <a:ext cx="452530" cy="0"/>
            </a:xfrm>
            <a:prstGeom prst="line">
              <a:avLst/>
            </a:prstGeom>
            <a:ln w="12700">
              <a:solidFill>
                <a:schemeClr val="bg1">
                  <a:lumMod val="65000"/>
                  <a:alpha val="67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520E76A2-FA84-8F0D-D679-C4E73E61CB34}"/>
              </a:ext>
            </a:extLst>
          </p:cNvPr>
          <p:cNvSpPr txBox="1"/>
          <p:nvPr/>
        </p:nvSpPr>
        <p:spPr>
          <a:xfrm>
            <a:off x="4768350" y="7082469"/>
            <a:ext cx="13676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Jinho</a:t>
            </a:r>
            <a:r>
              <a:rPr lang="en-US" altLang="zh-TW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Lee</a:t>
            </a:r>
            <a:endParaRPr lang="zh-TW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C1C8FFF-966E-305B-BD49-4F79D6CA624E}"/>
              </a:ext>
            </a:extLst>
          </p:cNvPr>
          <p:cNvSpPr txBox="1"/>
          <p:nvPr/>
        </p:nvSpPr>
        <p:spPr>
          <a:xfrm>
            <a:off x="5002450" y="7644266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lang="zh-TW" altLang="en-US" sz="1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71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>
            <a:extLst>
              <a:ext uri="{FF2B5EF4-FFF2-40B4-BE49-F238E27FC236}">
                <a16:creationId xmlns:a16="http://schemas.microsoft.com/office/drawing/2014/main" id="{6BFC371E-0DCF-E443-5692-4285D2562F10}"/>
              </a:ext>
            </a:extLst>
          </p:cNvPr>
          <p:cNvSpPr/>
          <p:nvPr/>
        </p:nvSpPr>
        <p:spPr>
          <a:xfrm>
            <a:off x="540000" y="50472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BFAE2FD-A212-9B0C-C79A-A054D3354914}"/>
              </a:ext>
            </a:extLst>
          </p:cNvPr>
          <p:cNvSpPr/>
          <p:nvPr/>
        </p:nvSpPr>
        <p:spPr>
          <a:xfrm>
            <a:off x="3790800" y="50472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190D237-9FE8-D881-1602-90EE7A4E8722}"/>
              </a:ext>
            </a:extLst>
          </p:cNvPr>
          <p:cNvSpPr/>
          <p:nvPr/>
        </p:nvSpPr>
        <p:spPr>
          <a:xfrm>
            <a:off x="3790800" y="536400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05AA0ED-EFAE-F103-A3C6-DDBC7771988B}"/>
              </a:ext>
            </a:extLst>
          </p:cNvPr>
          <p:cNvSpPr/>
          <p:nvPr/>
        </p:nvSpPr>
        <p:spPr>
          <a:xfrm>
            <a:off x="540000" y="537028"/>
            <a:ext cx="3240000" cy="4500000"/>
          </a:xfrm>
          <a:prstGeom prst="rect">
            <a:avLst/>
          </a:prstGeom>
          <a:solidFill>
            <a:srgbClr val="EFF0E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CB8FF767-6B8E-743B-AFE4-CFA6B8B4452A}"/>
              </a:ext>
            </a:extLst>
          </p:cNvPr>
          <p:cNvSpPr/>
          <p:nvPr/>
        </p:nvSpPr>
        <p:spPr>
          <a:xfrm>
            <a:off x="-325" y="-2"/>
            <a:ext cx="7560325" cy="10691814"/>
          </a:xfrm>
          <a:custGeom>
            <a:avLst/>
            <a:gdLst>
              <a:gd name="connsiteX0" fmla="*/ 540325 w 7560325"/>
              <a:gd name="connsiteY0" fmla="*/ 540001 h 10691814"/>
              <a:gd name="connsiteX1" fmla="*/ 540325 w 7560325"/>
              <a:gd name="connsiteY1" fmla="*/ 10151814 h 10691814"/>
              <a:gd name="connsiteX2" fmla="*/ 7020000 w 7560325"/>
              <a:gd name="connsiteY2" fmla="*/ 10151814 h 10691814"/>
              <a:gd name="connsiteX3" fmla="*/ 7020000 w 7560325"/>
              <a:gd name="connsiteY3" fmla="*/ 540001 h 10691814"/>
              <a:gd name="connsiteX4" fmla="*/ 325 w 7560325"/>
              <a:gd name="connsiteY4" fmla="*/ 0 h 10691814"/>
              <a:gd name="connsiteX5" fmla="*/ 540325 w 7560325"/>
              <a:gd name="connsiteY5" fmla="*/ 0 h 10691814"/>
              <a:gd name="connsiteX6" fmla="*/ 540325 w 7560325"/>
              <a:gd name="connsiteY6" fmla="*/ 1 h 10691814"/>
              <a:gd name="connsiteX7" fmla="*/ 7020000 w 7560325"/>
              <a:gd name="connsiteY7" fmla="*/ 1 h 10691814"/>
              <a:gd name="connsiteX8" fmla="*/ 7020000 w 7560325"/>
              <a:gd name="connsiteY8" fmla="*/ 1 h 10691814"/>
              <a:gd name="connsiteX9" fmla="*/ 7560000 w 7560325"/>
              <a:gd name="connsiteY9" fmla="*/ 1 h 10691814"/>
              <a:gd name="connsiteX10" fmla="*/ 7560000 w 7560325"/>
              <a:gd name="connsiteY10" fmla="*/ 1 h 10691814"/>
              <a:gd name="connsiteX11" fmla="*/ 7560325 w 7560325"/>
              <a:gd name="connsiteY11" fmla="*/ 1 h 10691814"/>
              <a:gd name="connsiteX12" fmla="*/ 7560325 w 7560325"/>
              <a:gd name="connsiteY12" fmla="*/ 540001 h 10691814"/>
              <a:gd name="connsiteX13" fmla="*/ 7560000 w 7560325"/>
              <a:gd name="connsiteY13" fmla="*/ 540001 h 10691814"/>
              <a:gd name="connsiteX14" fmla="*/ 7560000 w 7560325"/>
              <a:gd name="connsiteY14" fmla="*/ 10151814 h 10691814"/>
              <a:gd name="connsiteX15" fmla="*/ 7560000 w 7560325"/>
              <a:gd name="connsiteY15" fmla="*/ 10691813 h 10691814"/>
              <a:gd name="connsiteX16" fmla="*/ 7560000 w 7560325"/>
              <a:gd name="connsiteY16" fmla="*/ 10691814 h 10691814"/>
              <a:gd name="connsiteX17" fmla="*/ 0 w 7560325"/>
              <a:gd name="connsiteY17" fmla="*/ 10691814 h 10691814"/>
              <a:gd name="connsiteX18" fmla="*/ 0 w 7560325"/>
              <a:gd name="connsiteY18" fmla="*/ 10151814 h 10691814"/>
              <a:gd name="connsiteX19" fmla="*/ 325 w 7560325"/>
              <a:gd name="connsiteY19" fmla="*/ 10151814 h 10691814"/>
              <a:gd name="connsiteX20" fmla="*/ 325 w 7560325"/>
              <a:gd name="connsiteY20" fmla="*/ 540001 h 10691814"/>
              <a:gd name="connsiteX21" fmla="*/ 325 w 7560325"/>
              <a:gd name="connsiteY21" fmla="*/ 540001 h 10691814"/>
              <a:gd name="connsiteX22" fmla="*/ 325 w 7560325"/>
              <a:gd name="connsiteY22" fmla="*/ 1 h 10691814"/>
              <a:gd name="connsiteX23" fmla="*/ 325 w 7560325"/>
              <a:gd name="connsiteY23" fmla="*/ 1 h 1069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60325" h="10691814">
                <a:moveTo>
                  <a:pt x="540325" y="540001"/>
                </a:moveTo>
                <a:lnTo>
                  <a:pt x="540325" y="10151814"/>
                </a:lnTo>
                <a:lnTo>
                  <a:pt x="7020000" y="10151814"/>
                </a:lnTo>
                <a:lnTo>
                  <a:pt x="7020000" y="540001"/>
                </a:lnTo>
                <a:close/>
                <a:moveTo>
                  <a:pt x="325" y="0"/>
                </a:moveTo>
                <a:lnTo>
                  <a:pt x="540325" y="0"/>
                </a:lnTo>
                <a:lnTo>
                  <a:pt x="540325" y="1"/>
                </a:lnTo>
                <a:lnTo>
                  <a:pt x="7020000" y="1"/>
                </a:lnTo>
                <a:lnTo>
                  <a:pt x="7020000" y="1"/>
                </a:lnTo>
                <a:lnTo>
                  <a:pt x="7560000" y="1"/>
                </a:lnTo>
                <a:lnTo>
                  <a:pt x="7560000" y="1"/>
                </a:lnTo>
                <a:lnTo>
                  <a:pt x="7560325" y="1"/>
                </a:lnTo>
                <a:lnTo>
                  <a:pt x="7560325" y="540001"/>
                </a:lnTo>
                <a:lnTo>
                  <a:pt x="7560000" y="540001"/>
                </a:lnTo>
                <a:lnTo>
                  <a:pt x="7560000" y="10151814"/>
                </a:lnTo>
                <a:lnTo>
                  <a:pt x="7560000" y="10691813"/>
                </a:lnTo>
                <a:lnTo>
                  <a:pt x="7560000" y="10691814"/>
                </a:lnTo>
                <a:lnTo>
                  <a:pt x="0" y="10691814"/>
                </a:lnTo>
                <a:lnTo>
                  <a:pt x="0" y="10151814"/>
                </a:lnTo>
                <a:lnTo>
                  <a:pt x="325" y="10151814"/>
                </a:lnTo>
                <a:lnTo>
                  <a:pt x="325" y="540001"/>
                </a:lnTo>
                <a:lnTo>
                  <a:pt x="325" y="540001"/>
                </a:lnTo>
                <a:lnTo>
                  <a:pt x="325" y="1"/>
                </a:lnTo>
                <a:lnTo>
                  <a:pt x="325" y="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00" name="Shape 0">
            <a:extLst>
              <a:ext uri="{FF2B5EF4-FFF2-40B4-BE49-F238E27FC236}">
                <a16:creationId xmlns:a16="http://schemas.microsoft.com/office/drawing/2014/main" id="{F1CEA8CD-71BE-4C30-FC6A-32159B0C7711}"/>
              </a:ext>
            </a:extLst>
          </p:cNvPr>
          <p:cNvSpPr/>
          <p:nvPr/>
        </p:nvSpPr>
        <p:spPr>
          <a:xfrm>
            <a:off x="538820" y="536314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101" name="Shape 1">
            <a:extLst>
              <a:ext uri="{FF2B5EF4-FFF2-40B4-BE49-F238E27FC236}">
                <a16:creationId xmlns:a16="http://schemas.microsoft.com/office/drawing/2014/main" id="{A2960759-0724-7258-0AEC-8ED322B5BA9A}"/>
              </a:ext>
            </a:extLst>
          </p:cNvPr>
          <p:cNvSpPr/>
          <p:nvPr/>
        </p:nvSpPr>
        <p:spPr>
          <a:xfrm>
            <a:off x="772820" y="73431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02" name="Text 2">
            <a:extLst>
              <a:ext uri="{FF2B5EF4-FFF2-40B4-BE49-F238E27FC236}">
                <a16:creationId xmlns:a16="http://schemas.microsoft.com/office/drawing/2014/main" id="{C0FBF812-1EEC-E187-6F47-7D0748E02743}"/>
              </a:ext>
            </a:extLst>
          </p:cNvPr>
          <p:cNvSpPr txBox="1"/>
          <p:nvPr/>
        </p:nvSpPr>
        <p:spPr>
          <a:xfrm>
            <a:off x="808820" y="73431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103" name="Text 3">
            <a:extLst>
              <a:ext uri="{FF2B5EF4-FFF2-40B4-BE49-F238E27FC236}">
                <a16:creationId xmlns:a16="http://schemas.microsoft.com/office/drawing/2014/main" id="{EF7F6620-E94A-072A-87D7-77D2FFE95A07}"/>
              </a:ext>
            </a:extLst>
          </p:cNvPr>
          <p:cNvSpPr txBox="1"/>
          <p:nvPr/>
        </p:nvSpPr>
        <p:spPr>
          <a:xfrm>
            <a:off x="1384820" y="73431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104" name="Shape 4">
            <a:extLst>
              <a:ext uri="{FF2B5EF4-FFF2-40B4-BE49-F238E27FC236}">
                <a16:creationId xmlns:a16="http://schemas.microsoft.com/office/drawing/2014/main" id="{EE57B88D-1250-5E89-590E-CE2570EF397C}"/>
              </a:ext>
            </a:extLst>
          </p:cNvPr>
          <p:cNvSpPr/>
          <p:nvPr/>
        </p:nvSpPr>
        <p:spPr>
          <a:xfrm>
            <a:off x="772820" y="8862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5819A699-1E97-F8B0-17E1-9659E0EAF004}"/>
              </a:ext>
            </a:extLst>
          </p:cNvPr>
          <p:cNvSpPr txBox="1"/>
          <p:nvPr/>
        </p:nvSpPr>
        <p:spPr>
          <a:xfrm>
            <a:off x="808820" y="9186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106" name="Text 6">
            <a:extLst>
              <a:ext uri="{FF2B5EF4-FFF2-40B4-BE49-F238E27FC236}">
                <a16:creationId xmlns:a16="http://schemas.microsoft.com/office/drawing/2014/main" id="{0F59E54A-A8FD-91A1-ADE8-51A5BE3982B9}"/>
              </a:ext>
            </a:extLst>
          </p:cNvPr>
          <p:cNvSpPr txBox="1"/>
          <p:nvPr/>
        </p:nvSpPr>
        <p:spPr>
          <a:xfrm>
            <a:off x="1384820" y="9186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4376AC15-EAB5-73C3-0419-E088E8DF0499}"/>
              </a:ext>
            </a:extLst>
          </p:cNvPr>
          <p:cNvSpPr txBox="1"/>
          <p:nvPr/>
        </p:nvSpPr>
        <p:spPr>
          <a:xfrm>
            <a:off x="1384820" y="10197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108" name="Shape 8">
            <a:extLst>
              <a:ext uri="{FF2B5EF4-FFF2-40B4-BE49-F238E27FC236}">
                <a16:creationId xmlns:a16="http://schemas.microsoft.com/office/drawing/2014/main" id="{71F91B4A-5201-F69A-C232-B6593848804F}"/>
              </a:ext>
            </a:extLst>
          </p:cNvPr>
          <p:cNvSpPr/>
          <p:nvPr/>
        </p:nvSpPr>
        <p:spPr>
          <a:xfrm>
            <a:off x="772820" y="1127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09" name="Text 9">
            <a:extLst>
              <a:ext uri="{FF2B5EF4-FFF2-40B4-BE49-F238E27FC236}">
                <a16:creationId xmlns:a16="http://schemas.microsoft.com/office/drawing/2014/main" id="{99220364-9144-D99F-65AC-56D838EBB8FC}"/>
              </a:ext>
            </a:extLst>
          </p:cNvPr>
          <p:cNvSpPr txBox="1"/>
          <p:nvPr/>
        </p:nvSpPr>
        <p:spPr>
          <a:xfrm>
            <a:off x="808820" y="1159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83B8B390-2922-8EB9-163E-AFD7E52A6F49}"/>
              </a:ext>
            </a:extLst>
          </p:cNvPr>
          <p:cNvSpPr txBox="1"/>
          <p:nvPr/>
        </p:nvSpPr>
        <p:spPr>
          <a:xfrm>
            <a:off x="1384820" y="1159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67B4CE67-97BA-FEE4-131A-956A464B3748}"/>
              </a:ext>
            </a:extLst>
          </p:cNvPr>
          <p:cNvSpPr txBox="1"/>
          <p:nvPr/>
        </p:nvSpPr>
        <p:spPr>
          <a:xfrm>
            <a:off x="1384820" y="12609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112" name="Shape 12">
            <a:extLst>
              <a:ext uri="{FF2B5EF4-FFF2-40B4-BE49-F238E27FC236}">
                <a16:creationId xmlns:a16="http://schemas.microsoft.com/office/drawing/2014/main" id="{B78FF145-9F8B-83EC-C793-FA5C3EC22E57}"/>
              </a:ext>
            </a:extLst>
          </p:cNvPr>
          <p:cNvSpPr/>
          <p:nvPr/>
        </p:nvSpPr>
        <p:spPr>
          <a:xfrm>
            <a:off x="772820" y="13682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13" name="Text 13">
            <a:extLst>
              <a:ext uri="{FF2B5EF4-FFF2-40B4-BE49-F238E27FC236}">
                <a16:creationId xmlns:a16="http://schemas.microsoft.com/office/drawing/2014/main" id="{2152544A-B966-EF8E-2643-EC043C59400D}"/>
              </a:ext>
            </a:extLst>
          </p:cNvPr>
          <p:cNvSpPr txBox="1"/>
          <p:nvPr/>
        </p:nvSpPr>
        <p:spPr>
          <a:xfrm>
            <a:off x="808820" y="14006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114" name="Text 14">
            <a:extLst>
              <a:ext uri="{FF2B5EF4-FFF2-40B4-BE49-F238E27FC236}">
                <a16:creationId xmlns:a16="http://schemas.microsoft.com/office/drawing/2014/main" id="{B08C6B25-93A0-A93E-1D61-AE4F76E1369D}"/>
              </a:ext>
            </a:extLst>
          </p:cNvPr>
          <p:cNvSpPr txBox="1"/>
          <p:nvPr/>
        </p:nvSpPr>
        <p:spPr>
          <a:xfrm>
            <a:off x="1384820" y="14006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8F1B567D-926D-3D47-4598-7B352CFBDF26}"/>
              </a:ext>
            </a:extLst>
          </p:cNvPr>
          <p:cNvSpPr txBox="1"/>
          <p:nvPr/>
        </p:nvSpPr>
        <p:spPr>
          <a:xfrm>
            <a:off x="1384820" y="150219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116" name="Shape 16">
            <a:extLst>
              <a:ext uri="{FF2B5EF4-FFF2-40B4-BE49-F238E27FC236}">
                <a16:creationId xmlns:a16="http://schemas.microsoft.com/office/drawing/2014/main" id="{89CA7D6B-0F2F-248C-F058-BE376602FE21}"/>
              </a:ext>
            </a:extLst>
          </p:cNvPr>
          <p:cNvSpPr/>
          <p:nvPr/>
        </p:nvSpPr>
        <p:spPr>
          <a:xfrm>
            <a:off x="772820" y="1677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BE812DD9-0903-1733-D302-8450004B7FEE}"/>
              </a:ext>
            </a:extLst>
          </p:cNvPr>
          <p:cNvSpPr txBox="1"/>
          <p:nvPr/>
        </p:nvSpPr>
        <p:spPr>
          <a:xfrm>
            <a:off x="808820" y="1709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118" name="Text 18">
            <a:extLst>
              <a:ext uri="{FF2B5EF4-FFF2-40B4-BE49-F238E27FC236}">
                <a16:creationId xmlns:a16="http://schemas.microsoft.com/office/drawing/2014/main" id="{266F6A15-F69F-1C0E-FDA4-E15683C71F0E}"/>
              </a:ext>
            </a:extLst>
          </p:cNvPr>
          <p:cNvSpPr txBox="1"/>
          <p:nvPr/>
        </p:nvSpPr>
        <p:spPr>
          <a:xfrm>
            <a:off x="1384820" y="1709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08EFD467-4E76-D77A-43FE-BA497A9B35FE}"/>
              </a:ext>
            </a:extLst>
          </p:cNvPr>
          <p:cNvSpPr txBox="1"/>
          <p:nvPr/>
        </p:nvSpPr>
        <p:spPr>
          <a:xfrm>
            <a:off x="1384820" y="181107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120" name="Shape 20">
            <a:extLst>
              <a:ext uri="{FF2B5EF4-FFF2-40B4-BE49-F238E27FC236}">
                <a16:creationId xmlns:a16="http://schemas.microsoft.com/office/drawing/2014/main" id="{2CFD192F-EAF3-6A77-4251-A3C1C305E2F3}"/>
              </a:ext>
            </a:extLst>
          </p:cNvPr>
          <p:cNvSpPr/>
          <p:nvPr/>
        </p:nvSpPr>
        <p:spPr>
          <a:xfrm>
            <a:off x="772820" y="191835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21" name="Text 21">
            <a:extLst>
              <a:ext uri="{FF2B5EF4-FFF2-40B4-BE49-F238E27FC236}">
                <a16:creationId xmlns:a16="http://schemas.microsoft.com/office/drawing/2014/main" id="{2DAAB2FC-2C5E-7EC7-432B-6145056A34C5}"/>
              </a:ext>
            </a:extLst>
          </p:cNvPr>
          <p:cNvSpPr txBox="1"/>
          <p:nvPr/>
        </p:nvSpPr>
        <p:spPr>
          <a:xfrm>
            <a:off x="808820" y="191835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122" name="Text 22">
            <a:extLst>
              <a:ext uri="{FF2B5EF4-FFF2-40B4-BE49-F238E27FC236}">
                <a16:creationId xmlns:a16="http://schemas.microsoft.com/office/drawing/2014/main" id="{B8DC0306-D441-287C-C0B5-FF02E87FB6A7}"/>
              </a:ext>
            </a:extLst>
          </p:cNvPr>
          <p:cNvSpPr txBox="1"/>
          <p:nvPr/>
        </p:nvSpPr>
        <p:spPr>
          <a:xfrm>
            <a:off x="1384820" y="191835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123" name="Shape 23">
            <a:extLst>
              <a:ext uri="{FF2B5EF4-FFF2-40B4-BE49-F238E27FC236}">
                <a16:creationId xmlns:a16="http://schemas.microsoft.com/office/drawing/2014/main" id="{D29117C8-48DD-E903-4A0E-BC8297BA01E1}"/>
              </a:ext>
            </a:extLst>
          </p:cNvPr>
          <p:cNvSpPr/>
          <p:nvPr/>
        </p:nvSpPr>
        <p:spPr>
          <a:xfrm>
            <a:off x="772820" y="2069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24" name="Text 24">
            <a:extLst>
              <a:ext uri="{FF2B5EF4-FFF2-40B4-BE49-F238E27FC236}">
                <a16:creationId xmlns:a16="http://schemas.microsoft.com/office/drawing/2014/main" id="{AD56B2AB-1EC6-2BE3-4168-C749A161F5D7}"/>
              </a:ext>
            </a:extLst>
          </p:cNvPr>
          <p:cNvSpPr txBox="1"/>
          <p:nvPr/>
        </p:nvSpPr>
        <p:spPr>
          <a:xfrm>
            <a:off x="808820" y="2102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125" name="Text 25">
            <a:extLst>
              <a:ext uri="{FF2B5EF4-FFF2-40B4-BE49-F238E27FC236}">
                <a16:creationId xmlns:a16="http://schemas.microsoft.com/office/drawing/2014/main" id="{96A27347-EA4E-9980-F5AF-E60188E256A9}"/>
              </a:ext>
            </a:extLst>
          </p:cNvPr>
          <p:cNvSpPr txBox="1"/>
          <p:nvPr/>
        </p:nvSpPr>
        <p:spPr>
          <a:xfrm>
            <a:off x="1384820" y="2102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126" name="Text 26">
            <a:extLst>
              <a:ext uri="{FF2B5EF4-FFF2-40B4-BE49-F238E27FC236}">
                <a16:creationId xmlns:a16="http://schemas.microsoft.com/office/drawing/2014/main" id="{0315A1A5-9715-0B26-8170-CE060AA8460B}"/>
              </a:ext>
            </a:extLst>
          </p:cNvPr>
          <p:cNvSpPr txBox="1"/>
          <p:nvPr/>
        </p:nvSpPr>
        <p:spPr>
          <a:xfrm>
            <a:off x="1384820" y="2203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127" name="Shape 27">
            <a:extLst>
              <a:ext uri="{FF2B5EF4-FFF2-40B4-BE49-F238E27FC236}">
                <a16:creationId xmlns:a16="http://schemas.microsoft.com/office/drawing/2014/main" id="{4FE6EB67-F7B1-E86A-F6C6-D4ADAC164701}"/>
              </a:ext>
            </a:extLst>
          </p:cNvPr>
          <p:cNvSpPr/>
          <p:nvPr/>
        </p:nvSpPr>
        <p:spPr>
          <a:xfrm>
            <a:off x="772820" y="2379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28" name="Text 28">
            <a:extLst>
              <a:ext uri="{FF2B5EF4-FFF2-40B4-BE49-F238E27FC236}">
                <a16:creationId xmlns:a16="http://schemas.microsoft.com/office/drawing/2014/main" id="{316925D7-4EC8-50DF-4851-D89D4F8AB822}"/>
              </a:ext>
            </a:extLst>
          </p:cNvPr>
          <p:cNvSpPr txBox="1"/>
          <p:nvPr/>
        </p:nvSpPr>
        <p:spPr>
          <a:xfrm>
            <a:off x="808820" y="2411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129" name="Text 29">
            <a:extLst>
              <a:ext uri="{FF2B5EF4-FFF2-40B4-BE49-F238E27FC236}">
                <a16:creationId xmlns:a16="http://schemas.microsoft.com/office/drawing/2014/main" id="{BA2CC395-A683-0821-3228-98503902566D}"/>
              </a:ext>
            </a:extLst>
          </p:cNvPr>
          <p:cNvSpPr txBox="1"/>
          <p:nvPr/>
        </p:nvSpPr>
        <p:spPr>
          <a:xfrm>
            <a:off x="1384820" y="2411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130" name="Text 30">
            <a:extLst>
              <a:ext uri="{FF2B5EF4-FFF2-40B4-BE49-F238E27FC236}">
                <a16:creationId xmlns:a16="http://schemas.microsoft.com/office/drawing/2014/main" id="{3E2E30DE-607D-9EC6-F550-F43FC3C06039}"/>
              </a:ext>
            </a:extLst>
          </p:cNvPr>
          <p:cNvSpPr txBox="1"/>
          <p:nvPr/>
        </p:nvSpPr>
        <p:spPr>
          <a:xfrm>
            <a:off x="1384820" y="25127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131" name="Shape 31">
            <a:extLst>
              <a:ext uri="{FF2B5EF4-FFF2-40B4-BE49-F238E27FC236}">
                <a16:creationId xmlns:a16="http://schemas.microsoft.com/office/drawing/2014/main" id="{13538567-1FD3-473A-BB4A-CD9079F017E5}"/>
              </a:ext>
            </a:extLst>
          </p:cNvPr>
          <p:cNvSpPr/>
          <p:nvPr/>
        </p:nvSpPr>
        <p:spPr>
          <a:xfrm>
            <a:off x="772820" y="2619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32" name="Text 32">
            <a:extLst>
              <a:ext uri="{FF2B5EF4-FFF2-40B4-BE49-F238E27FC236}">
                <a16:creationId xmlns:a16="http://schemas.microsoft.com/office/drawing/2014/main" id="{C2BF095D-01C6-C0AF-85D7-B016E5879EFB}"/>
              </a:ext>
            </a:extLst>
          </p:cNvPr>
          <p:cNvSpPr txBox="1"/>
          <p:nvPr/>
        </p:nvSpPr>
        <p:spPr>
          <a:xfrm>
            <a:off x="808820" y="2652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133" name="Text 33">
            <a:extLst>
              <a:ext uri="{FF2B5EF4-FFF2-40B4-BE49-F238E27FC236}">
                <a16:creationId xmlns:a16="http://schemas.microsoft.com/office/drawing/2014/main" id="{8BA5A06D-417D-E41A-2ED8-9C923BC67892}"/>
              </a:ext>
            </a:extLst>
          </p:cNvPr>
          <p:cNvSpPr txBox="1"/>
          <p:nvPr/>
        </p:nvSpPr>
        <p:spPr>
          <a:xfrm>
            <a:off x="1384820" y="2652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134" name="Text 34">
            <a:extLst>
              <a:ext uri="{FF2B5EF4-FFF2-40B4-BE49-F238E27FC236}">
                <a16:creationId xmlns:a16="http://schemas.microsoft.com/office/drawing/2014/main" id="{C2687695-5E1B-98F2-C3D0-B1CBED53CDFE}"/>
              </a:ext>
            </a:extLst>
          </p:cNvPr>
          <p:cNvSpPr txBox="1"/>
          <p:nvPr/>
        </p:nvSpPr>
        <p:spPr>
          <a:xfrm>
            <a:off x="1384820" y="27539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135" name="Shape 35">
            <a:extLst>
              <a:ext uri="{FF2B5EF4-FFF2-40B4-BE49-F238E27FC236}">
                <a16:creationId xmlns:a16="http://schemas.microsoft.com/office/drawing/2014/main" id="{CBD833EA-1AE3-C56B-0BCF-EC13F01FC9DD}"/>
              </a:ext>
            </a:extLst>
          </p:cNvPr>
          <p:cNvSpPr/>
          <p:nvPr/>
        </p:nvSpPr>
        <p:spPr>
          <a:xfrm>
            <a:off x="772820" y="28611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36" name="Text 36">
            <a:extLst>
              <a:ext uri="{FF2B5EF4-FFF2-40B4-BE49-F238E27FC236}">
                <a16:creationId xmlns:a16="http://schemas.microsoft.com/office/drawing/2014/main" id="{40417AC4-95E6-6914-DCB7-BDD9FBF7B8A6}"/>
              </a:ext>
            </a:extLst>
          </p:cNvPr>
          <p:cNvSpPr txBox="1"/>
          <p:nvPr/>
        </p:nvSpPr>
        <p:spPr>
          <a:xfrm>
            <a:off x="808820" y="28935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137" name="Text 37">
            <a:extLst>
              <a:ext uri="{FF2B5EF4-FFF2-40B4-BE49-F238E27FC236}">
                <a16:creationId xmlns:a16="http://schemas.microsoft.com/office/drawing/2014/main" id="{6CAF515B-3D67-7F95-4D94-78A5704AB834}"/>
              </a:ext>
            </a:extLst>
          </p:cNvPr>
          <p:cNvSpPr txBox="1"/>
          <p:nvPr/>
        </p:nvSpPr>
        <p:spPr>
          <a:xfrm>
            <a:off x="1384820" y="28935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138" name="Text 38">
            <a:extLst>
              <a:ext uri="{FF2B5EF4-FFF2-40B4-BE49-F238E27FC236}">
                <a16:creationId xmlns:a16="http://schemas.microsoft.com/office/drawing/2014/main" id="{355C4361-D1EF-251D-28FA-846BBC2710F5}"/>
              </a:ext>
            </a:extLst>
          </p:cNvPr>
          <p:cNvSpPr txBox="1"/>
          <p:nvPr/>
        </p:nvSpPr>
        <p:spPr>
          <a:xfrm>
            <a:off x="1384820" y="299511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139" name="Shape 39">
            <a:extLst>
              <a:ext uri="{FF2B5EF4-FFF2-40B4-BE49-F238E27FC236}">
                <a16:creationId xmlns:a16="http://schemas.microsoft.com/office/drawing/2014/main" id="{29255933-9736-C936-B6D0-9C8A749D652E}"/>
              </a:ext>
            </a:extLst>
          </p:cNvPr>
          <p:cNvSpPr/>
          <p:nvPr/>
        </p:nvSpPr>
        <p:spPr>
          <a:xfrm>
            <a:off x="772820" y="317007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1F01A458-C1E4-C3C6-39CC-48F8F3BBFECD}"/>
              </a:ext>
            </a:extLst>
          </p:cNvPr>
          <p:cNvSpPr txBox="1"/>
          <p:nvPr/>
        </p:nvSpPr>
        <p:spPr>
          <a:xfrm>
            <a:off x="808820" y="317007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141" name="Text 41">
            <a:extLst>
              <a:ext uri="{FF2B5EF4-FFF2-40B4-BE49-F238E27FC236}">
                <a16:creationId xmlns:a16="http://schemas.microsoft.com/office/drawing/2014/main" id="{841A64F6-D4E9-896C-88E5-70E2AF5DB1DA}"/>
              </a:ext>
            </a:extLst>
          </p:cNvPr>
          <p:cNvSpPr txBox="1"/>
          <p:nvPr/>
        </p:nvSpPr>
        <p:spPr>
          <a:xfrm>
            <a:off x="1384820" y="317007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142" name="Shape 42">
            <a:extLst>
              <a:ext uri="{FF2B5EF4-FFF2-40B4-BE49-F238E27FC236}">
                <a16:creationId xmlns:a16="http://schemas.microsoft.com/office/drawing/2014/main" id="{0ACAF398-D202-B7D2-9DEA-EBC498685FEA}"/>
              </a:ext>
            </a:extLst>
          </p:cNvPr>
          <p:cNvSpPr/>
          <p:nvPr/>
        </p:nvSpPr>
        <p:spPr>
          <a:xfrm>
            <a:off x="772820" y="3321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43" name="Text 43">
            <a:extLst>
              <a:ext uri="{FF2B5EF4-FFF2-40B4-BE49-F238E27FC236}">
                <a16:creationId xmlns:a16="http://schemas.microsoft.com/office/drawing/2014/main" id="{64F95FDA-E1A0-2D16-E8F4-BE4230AC2ED2}"/>
              </a:ext>
            </a:extLst>
          </p:cNvPr>
          <p:cNvSpPr txBox="1"/>
          <p:nvPr/>
        </p:nvSpPr>
        <p:spPr>
          <a:xfrm>
            <a:off x="808820" y="3354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144" name="Text 44">
            <a:extLst>
              <a:ext uri="{FF2B5EF4-FFF2-40B4-BE49-F238E27FC236}">
                <a16:creationId xmlns:a16="http://schemas.microsoft.com/office/drawing/2014/main" id="{4F999964-DD25-9F6A-FF33-E3F88C9C22A3}"/>
              </a:ext>
            </a:extLst>
          </p:cNvPr>
          <p:cNvSpPr txBox="1"/>
          <p:nvPr/>
        </p:nvSpPr>
        <p:spPr>
          <a:xfrm>
            <a:off x="1384820" y="3354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145" name="Text 45">
            <a:extLst>
              <a:ext uri="{FF2B5EF4-FFF2-40B4-BE49-F238E27FC236}">
                <a16:creationId xmlns:a16="http://schemas.microsoft.com/office/drawing/2014/main" id="{EE690804-891B-0D4A-2B4B-38C9A921B804}"/>
              </a:ext>
            </a:extLst>
          </p:cNvPr>
          <p:cNvSpPr txBox="1"/>
          <p:nvPr/>
        </p:nvSpPr>
        <p:spPr>
          <a:xfrm>
            <a:off x="1384820" y="345555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146" name="Shape 46">
            <a:extLst>
              <a:ext uri="{FF2B5EF4-FFF2-40B4-BE49-F238E27FC236}">
                <a16:creationId xmlns:a16="http://schemas.microsoft.com/office/drawing/2014/main" id="{235DC0EE-44F2-6CFD-E4AC-6BB9A30D8258}"/>
              </a:ext>
            </a:extLst>
          </p:cNvPr>
          <p:cNvSpPr/>
          <p:nvPr/>
        </p:nvSpPr>
        <p:spPr>
          <a:xfrm>
            <a:off x="772820" y="35628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47" name="Text 47">
            <a:extLst>
              <a:ext uri="{FF2B5EF4-FFF2-40B4-BE49-F238E27FC236}">
                <a16:creationId xmlns:a16="http://schemas.microsoft.com/office/drawing/2014/main" id="{D568581A-E4FC-0A30-18C7-D20DFA550CF7}"/>
              </a:ext>
            </a:extLst>
          </p:cNvPr>
          <p:cNvSpPr txBox="1"/>
          <p:nvPr/>
        </p:nvSpPr>
        <p:spPr>
          <a:xfrm>
            <a:off x="808820" y="35952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148" name="Text 48">
            <a:extLst>
              <a:ext uri="{FF2B5EF4-FFF2-40B4-BE49-F238E27FC236}">
                <a16:creationId xmlns:a16="http://schemas.microsoft.com/office/drawing/2014/main" id="{8C0F0DC6-E77A-A364-623D-49F97311A8EE}"/>
              </a:ext>
            </a:extLst>
          </p:cNvPr>
          <p:cNvSpPr txBox="1"/>
          <p:nvPr/>
        </p:nvSpPr>
        <p:spPr>
          <a:xfrm>
            <a:off x="1384820" y="35952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149" name="Text 49">
            <a:extLst>
              <a:ext uri="{FF2B5EF4-FFF2-40B4-BE49-F238E27FC236}">
                <a16:creationId xmlns:a16="http://schemas.microsoft.com/office/drawing/2014/main" id="{2DE327D7-0FF1-D18B-5D7E-5900F765B616}"/>
              </a:ext>
            </a:extLst>
          </p:cNvPr>
          <p:cNvSpPr txBox="1"/>
          <p:nvPr/>
        </p:nvSpPr>
        <p:spPr>
          <a:xfrm>
            <a:off x="1384820" y="369675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150" name="Shape 50">
            <a:extLst>
              <a:ext uri="{FF2B5EF4-FFF2-40B4-BE49-F238E27FC236}">
                <a16:creationId xmlns:a16="http://schemas.microsoft.com/office/drawing/2014/main" id="{A97158C3-645C-6D0F-76B7-C3CE47FF75B1}"/>
              </a:ext>
            </a:extLst>
          </p:cNvPr>
          <p:cNvSpPr/>
          <p:nvPr/>
        </p:nvSpPr>
        <p:spPr>
          <a:xfrm>
            <a:off x="772820" y="3872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51" name="Text 51">
            <a:extLst>
              <a:ext uri="{FF2B5EF4-FFF2-40B4-BE49-F238E27FC236}">
                <a16:creationId xmlns:a16="http://schemas.microsoft.com/office/drawing/2014/main" id="{8CF0A03E-7C2C-A0EC-2E4C-9FAEE66613C3}"/>
              </a:ext>
            </a:extLst>
          </p:cNvPr>
          <p:cNvSpPr txBox="1"/>
          <p:nvPr/>
        </p:nvSpPr>
        <p:spPr>
          <a:xfrm>
            <a:off x="808820" y="3904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152" name="Text 52">
            <a:extLst>
              <a:ext uri="{FF2B5EF4-FFF2-40B4-BE49-F238E27FC236}">
                <a16:creationId xmlns:a16="http://schemas.microsoft.com/office/drawing/2014/main" id="{4F9255C3-2EA7-CA34-A67F-AE469159ABF3}"/>
              </a:ext>
            </a:extLst>
          </p:cNvPr>
          <p:cNvSpPr txBox="1"/>
          <p:nvPr/>
        </p:nvSpPr>
        <p:spPr>
          <a:xfrm>
            <a:off x="1384820" y="3904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153" name="Text 53">
            <a:extLst>
              <a:ext uri="{FF2B5EF4-FFF2-40B4-BE49-F238E27FC236}">
                <a16:creationId xmlns:a16="http://schemas.microsoft.com/office/drawing/2014/main" id="{A9FDDDB3-FB90-9E86-40C9-3C67B8FB4693}"/>
              </a:ext>
            </a:extLst>
          </p:cNvPr>
          <p:cNvSpPr txBox="1"/>
          <p:nvPr/>
        </p:nvSpPr>
        <p:spPr>
          <a:xfrm>
            <a:off x="1384820" y="400563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154" name="Shape 54">
            <a:extLst>
              <a:ext uri="{FF2B5EF4-FFF2-40B4-BE49-F238E27FC236}">
                <a16:creationId xmlns:a16="http://schemas.microsoft.com/office/drawing/2014/main" id="{84D98606-8346-2368-898D-F416789E7945}"/>
              </a:ext>
            </a:extLst>
          </p:cNvPr>
          <p:cNvSpPr/>
          <p:nvPr/>
        </p:nvSpPr>
        <p:spPr>
          <a:xfrm>
            <a:off x="772820" y="4112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55" name="Text 55">
            <a:extLst>
              <a:ext uri="{FF2B5EF4-FFF2-40B4-BE49-F238E27FC236}">
                <a16:creationId xmlns:a16="http://schemas.microsoft.com/office/drawing/2014/main" id="{9F9E03F7-F132-E74D-4C77-98477FFD8E98}"/>
              </a:ext>
            </a:extLst>
          </p:cNvPr>
          <p:cNvSpPr txBox="1"/>
          <p:nvPr/>
        </p:nvSpPr>
        <p:spPr>
          <a:xfrm>
            <a:off x="808820" y="4145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156" name="Text 56">
            <a:extLst>
              <a:ext uri="{FF2B5EF4-FFF2-40B4-BE49-F238E27FC236}">
                <a16:creationId xmlns:a16="http://schemas.microsoft.com/office/drawing/2014/main" id="{D2F2E148-9122-BBAB-5A29-4BA9DE2AD11D}"/>
              </a:ext>
            </a:extLst>
          </p:cNvPr>
          <p:cNvSpPr txBox="1"/>
          <p:nvPr/>
        </p:nvSpPr>
        <p:spPr>
          <a:xfrm>
            <a:off x="1384820" y="4145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157" name="Text 57">
            <a:extLst>
              <a:ext uri="{FF2B5EF4-FFF2-40B4-BE49-F238E27FC236}">
                <a16:creationId xmlns:a16="http://schemas.microsoft.com/office/drawing/2014/main" id="{DB85E0ED-BE5F-E0ED-4002-40549C56BCE6}"/>
              </a:ext>
            </a:extLst>
          </p:cNvPr>
          <p:cNvSpPr txBox="1"/>
          <p:nvPr/>
        </p:nvSpPr>
        <p:spPr>
          <a:xfrm>
            <a:off x="1384820" y="4246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158" name="Shape 58">
            <a:extLst>
              <a:ext uri="{FF2B5EF4-FFF2-40B4-BE49-F238E27FC236}">
                <a16:creationId xmlns:a16="http://schemas.microsoft.com/office/drawing/2014/main" id="{0C3006A9-C9EF-EAA3-EA88-A767CBBD97C3}"/>
              </a:ext>
            </a:extLst>
          </p:cNvPr>
          <p:cNvSpPr/>
          <p:nvPr/>
        </p:nvSpPr>
        <p:spPr>
          <a:xfrm>
            <a:off x="772820" y="442179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59" name="Text 59">
            <a:extLst>
              <a:ext uri="{FF2B5EF4-FFF2-40B4-BE49-F238E27FC236}">
                <a16:creationId xmlns:a16="http://schemas.microsoft.com/office/drawing/2014/main" id="{59954D78-DFA3-E58A-85C2-E47E0E14E685}"/>
              </a:ext>
            </a:extLst>
          </p:cNvPr>
          <p:cNvSpPr txBox="1"/>
          <p:nvPr/>
        </p:nvSpPr>
        <p:spPr>
          <a:xfrm>
            <a:off x="808820" y="442179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160" name="Text 60">
            <a:extLst>
              <a:ext uri="{FF2B5EF4-FFF2-40B4-BE49-F238E27FC236}">
                <a16:creationId xmlns:a16="http://schemas.microsoft.com/office/drawing/2014/main" id="{1EF52C92-22AC-7CF5-FE84-02700B91E4A1}"/>
              </a:ext>
            </a:extLst>
          </p:cNvPr>
          <p:cNvSpPr txBox="1"/>
          <p:nvPr/>
        </p:nvSpPr>
        <p:spPr>
          <a:xfrm>
            <a:off x="1384820" y="442179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161" name="Shape 61">
            <a:extLst>
              <a:ext uri="{FF2B5EF4-FFF2-40B4-BE49-F238E27FC236}">
                <a16:creationId xmlns:a16="http://schemas.microsoft.com/office/drawing/2014/main" id="{3EC48E3A-6759-D40E-9C86-5EBB56A66B7C}"/>
              </a:ext>
            </a:extLst>
          </p:cNvPr>
          <p:cNvSpPr/>
          <p:nvPr/>
        </p:nvSpPr>
        <p:spPr>
          <a:xfrm>
            <a:off x="772820" y="4638514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162" name="Text 63">
            <a:extLst>
              <a:ext uri="{FF2B5EF4-FFF2-40B4-BE49-F238E27FC236}">
                <a16:creationId xmlns:a16="http://schemas.microsoft.com/office/drawing/2014/main" id="{B5D6852B-5EF1-FE35-ED7D-6C42289B0037}"/>
              </a:ext>
            </a:extLst>
          </p:cNvPr>
          <p:cNvSpPr txBox="1"/>
          <p:nvPr/>
        </p:nvSpPr>
        <p:spPr>
          <a:xfrm>
            <a:off x="772820" y="4730314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164" name="Shape 0">
            <a:extLst>
              <a:ext uri="{FF2B5EF4-FFF2-40B4-BE49-F238E27FC236}">
                <a16:creationId xmlns:a16="http://schemas.microsoft.com/office/drawing/2014/main" id="{FB85E23A-CFF5-C102-ECE0-32CFEB45B24B}"/>
              </a:ext>
            </a:extLst>
          </p:cNvPr>
          <p:cNvSpPr/>
          <p:nvPr/>
        </p:nvSpPr>
        <p:spPr>
          <a:xfrm>
            <a:off x="3788583" y="536314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165" name="Shape 1">
            <a:extLst>
              <a:ext uri="{FF2B5EF4-FFF2-40B4-BE49-F238E27FC236}">
                <a16:creationId xmlns:a16="http://schemas.microsoft.com/office/drawing/2014/main" id="{DE0F3368-79ED-7EAE-9CF9-260E8EA952D9}"/>
              </a:ext>
            </a:extLst>
          </p:cNvPr>
          <p:cNvSpPr/>
          <p:nvPr/>
        </p:nvSpPr>
        <p:spPr>
          <a:xfrm>
            <a:off x="4022583" y="73431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66" name="Text 2">
            <a:extLst>
              <a:ext uri="{FF2B5EF4-FFF2-40B4-BE49-F238E27FC236}">
                <a16:creationId xmlns:a16="http://schemas.microsoft.com/office/drawing/2014/main" id="{C1DB9D4F-2164-813F-178B-3184024634A6}"/>
              </a:ext>
            </a:extLst>
          </p:cNvPr>
          <p:cNvSpPr txBox="1"/>
          <p:nvPr/>
        </p:nvSpPr>
        <p:spPr>
          <a:xfrm>
            <a:off x="4058583" y="73431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167" name="Text 3">
            <a:extLst>
              <a:ext uri="{FF2B5EF4-FFF2-40B4-BE49-F238E27FC236}">
                <a16:creationId xmlns:a16="http://schemas.microsoft.com/office/drawing/2014/main" id="{071F76EB-28BD-B737-F7B5-B3D6983D3B7A}"/>
              </a:ext>
            </a:extLst>
          </p:cNvPr>
          <p:cNvSpPr txBox="1"/>
          <p:nvPr/>
        </p:nvSpPr>
        <p:spPr>
          <a:xfrm>
            <a:off x="4634583" y="73431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168" name="Shape 4">
            <a:extLst>
              <a:ext uri="{FF2B5EF4-FFF2-40B4-BE49-F238E27FC236}">
                <a16:creationId xmlns:a16="http://schemas.microsoft.com/office/drawing/2014/main" id="{4F36BD74-CB55-ED11-E7F5-8F4ADA7D8B1C}"/>
              </a:ext>
            </a:extLst>
          </p:cNvPr>
          <p:cNvSpPr/>
          <p:nvPr/>
        </p:nvSpPr>
        <p:spPr>
          <a:xfrm>
            <a:off x="4022583" y="8862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69" name="Text 5">
            <a:extLst>
              <a:ext uri="{FF2B5EF4-FFF2-40B4-BE49-F238E27FC236}">
                <a16:creationId xmlns:a16="http://schemas.microsoft.com/office/drawing/2014/main" id="{CF95CECB-C5FC-B30E-12A9-D862C64C76C4}"/>
              </a:ext>
            </a:extLst>
          </p:cNvPr>
          <p:cNvSpPr txBox="1"/>
          <p:nvPr/>
        </p:nvSpPr>
        <p:spPr>
          <a:xfrm>
            <a:off x="4058583" y="9186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170" name="Text 6">
            <a:extLst>
              <a:ext uri="{FF2B5EF4-FFF2-40B4-BE49-F238E27FC236}">
                <a16:creationId xmlns:a16="http://schemas.microsoft.com/office/drawing/2014/main" id="{C200843E-CC96-97E1-F052-B5A2AE7B8604}"/>
              </a:ext>
            </a:extLst>
          </p:cNvPr>
          <p:cNvSpPr txBox="1"/>
          <p:nvPr/>
        </p:nvSpPr>
        <p:spPr>
          <a:xfrm>
            <a:off x="4634583" y="9186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171" name="Text 7">
            <a:extLst>
              <a:ext uri="{FF2B5EF4-FFF2-40B4-BE49-F238E27FC236}">
                <a16:creationId xmlns:a16="http://schemas.microsoft.com/office/drawing/2014/main" id="{64961603-C64C-4D1D-B4D4-8F872342AC6F}"/>
              </a:ext>
            </a:extLst>
          </p:cNvPr>
          <p:cNvSpPr txBox="1"/>
          <p:nvPr/>
        </p:nvSpPr>
        <p:spPr>
          <a:xfrm>
            <a:off x="4634583" y="10197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172" name="Shape 8">
            <a:extLst>
              <a:ext uri="{FF2B5EF4-FFF2-40B4-BE49-F238E27FC236}">
                <a16:creationId xmlns:a16="http://schemas.microsoft.com/office/drawing/2014/main" id="{A26979B3-D3A4-4281-C8F8-52FFC376926E}"/>
              </a:ext>
            </a:extLst>
          </p:cNvPr>
          <p:cNvSpPr/>
          <p:nvPr/>
        </p:nvSpPr>
        <p:spPr>
          <a:xfrm>
            <a:off x="4022583" y="1127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73" name="Text 9">
            <a:extLst>
              <a:ext uri="{FF2B5EF4-FFF2-40B4-BE49-F238E27FC236}">
                <a16:creationId xmlns:a16="http://schemas.microsoft.com/office/drawing/2014/main" id="{6A152D10-8D01-3503-5B72-546054F0BA96}"/>
              </a:ext>
            </a:extLst>
          </p:cNvPr>
          <p:cNvSpPr txBox="1"/>
          <p:nvPr/>
        </p:nvSpPr>
        <p:spPr>
          <a:xfrm>
            <a:off x="4058583" y="1159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174" name="Text 10">
            <a:extLst>
              <a:ext uri="{FF2B5EF4-FFF2-40B4-BE49-F238E27FC236}">
                <a16:creationId xmlns:a16="http://schemas.microsoft.com/office/drawing/2014/main" id="{2EE5F04A-8913-7344-CD59-434C1247CB61}"/>
              </a:ext>
            </a:extLst>
          </p:cNvPr>
          <p:cNvSpPr txBox="1"/>
          <p:nvPr/>
        </p:nvSpPr>
        <p:spPr>
          <a:xfrm>
            <a:off x="4634583" y="1159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175" name="Text 11">
            <a:extLst>
              <a:ext uri="{FF2B5EF4-FFF2-40B4-BE49-F238E27FC236}">
                <a16:creationId xmlns:a16="http://schemas.microsoft.com/office/drawing/2014/main" id="{4B11DECE-8CE4-4E5C-2267-3C871D00E6D4}"/>
              </a:ext>
            </a:extLst>
          </p:cNvPr>
          <p:cNvSpPr txBox="1"/>
          <p:nvPr/>
        </p:nvSpPr>
        <p:spPr>
          <a:xfrm>
            <a:off x="4634583" y="126099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176" name="Shape 12">
            <a:extLst>
              <a:ext uri="{FF2B5EF4-FFF2-40B4-BE49-F238E27FC236}">
                <a16:creationId xmlns:a16="http://schemas.microsoft.com/office/drawing/2014/main" id="{649EFA4A-A88A-E636-E11C-C5D1804AF032}"/>
              </a:ext>
            </a:extLst>
          </p:cNvPr>
          <p:cNvSpPr/>
          <p:nvPr/>
        </p:nvSpPr>
        <p:spPr>
          <a:xfrm>
            <a:off x="4022583" y="13682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77" name="Text 13">
            <a:extLst>
              <a:ext uri="{FF2B5EF4-FFF2-40B4-BE49-F238E27FC236}">
                <a16:creationId xmlns:a16="http://schemas.microsoft.com/office/drawing/2014/main" id="{843AAF5A-4931-822C-CFA5-7C88684E9264}"/>
              </a:ext>
            </a:extLst>
          </p:cNvPr>
          <p:cNvSpPr txBox="1"/>
          <p:nvPr/>
        </p:nvSpPr>
        <p:spPr>
          <a:xfrm>
            <a:off x="4058583" y="14006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178" name="Text 14">
            <a:extLst>
              <a:ext uri="{FF2B5EF4-FFF2-40B4-BE49-F238E27FC236}">
                <a16:creationId xmlns:a16="http://schemas.microsoft.com/office/drawing/2014/main" id="{61D32BE5-379A-5FE9-31D0-AB89951A319D}"/>
              </a:ext>
            </a:extLst>
          </p:cNvPr>
          <p:cNvSpPr txBox="1"/>
          <p:nvPr/>
        </p:nvSpPr>
        <p:spPr>
          <a:xfrm>
            <a:off x="4634583" y="14006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40633B1E-ACAF-7CD5-A319-E6D2F147EACF}"/>
              </a:ext>
            </a:extLst>
          </p:cNvPr>
          <p:cNvSpPr txBox="1"/>
          <p:nvPr/>
        </p:nvSpPr>
        <p:spPr>
          <a:xfrm>
            <a:off x="4634583" y="150219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180" name="Shape 16">
            <a:extLst>
              <a:ext uri="{FF2B5EF4-FFF2-40B4-BE49-F238E27FC236}">
                <a16:creationId xmlns:a16="http://schemas.microsoft.com/office/drawing/2014/main" id="{42080936-D57F-DA56-C442-7F133B1704CA}"/>
              </a:ext>
            </a:extLst>
          </p:cNvPr>
          <p:cNvSpPr/>
          <p:nvPr/>
        </p:nvSpPr>
        <p:spPr>
          <a:xfrm>
            <a:off x="4022583" y="1677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81" name="Text 17">
            <a:extLst>
              <a:ext uri="{FF2B5EF4-FFF2-40B4-BE49-F238E27FC236}">
                <a16:creationId xmlns:a16="http://schemas.microsoft.com/office/drawing/2014/main" id="{285F7718-2B0B-4C0F-550A-3389CD77C981}"/>
              </a:ext>
            </a:extLst>
          </p:cNvPr>
          <p:cNvSpPr txBox="1"/>
          <p:nvPr/>
        </p:nvSpPr>
        <p:spPr>
          <a:xfrm>
            <a:off x="4058583" y="1709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182" name="Text 18">
            <a:extLst>
              <a:ext uri="{FF2B5EF4-FFF2-40B4-BE49-F238E27FC236}">
                <a16:creationId xmlns:a16="http://schemas.microsoft.com/office/drawing/2014/main" id="{3BEB4AE2-E5B3-DCD2-63B4-894CE15497B7}"/>
              </a:ext>
            </a:extLst>
          </p:cNvPr>
          <p:cNvSpPr txBox="1"/>
          <p:nvPr/>
        </p:nvSpPr>
        <p:spPr>
          <a:xfrm>
            <a:off x="4634583" y="1709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183" name="Text 19">
            <a:extLst>
              <a:ext uri="{FF2B5EF4-FFF2-40B4-BE49-F238E27FC236}">
                <a16:creationId xmlns:a16="http://schemas.microsoft.com/office/drawing/2014/main" id="{3EAC39AC-4656-8E82-8922-C2C8FB544A68}"/>
              </a:ext>
            </a:extLst>
          </p:cNvPr>
          <p:cNvSpPr txBox="1"/>
          <p:nvPr/>
        </p:nvSpPr>
        <p:spPr>
          <a:xfrm>
            <a:off x="4634583" y="181107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184" name="Shape 20">
            <a:extLst>
              <a:ext uri="{FF2B5EF4-FFF2-40B4-BE49-F238E27FC236}">
                <a16:creationId xmlns:a16="http://schemas.microsoft.com/office/drawing/2014/main" id="{367A58EE-80A2-BF2F-831F-9DE46F2595FF}"/>
              </a:ext>
            </a:extLst>
          </p:cNvPr>
          <p:cNvSpPr/>
          <p:nvPr/>
        </p:nvSpPr>
        <p:spPr>
          <a:xfrm>
            <a:off x="4022583" y="191835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185" name="Text 21">
            <a:extLst>
              <a:ext uri="{FF2B5EF4-FFF2-40B4-BE49-F238E27FC236}">
                <a16:creationId xmlns:a16="http://schemas.microsoft.com/office/drawing/2014/main" id="{24F4535B-63F8-D681-9ABB-ADE314E67546}"/>
              </a:ext>
            </a:extLst>
          </p:cNvPr>
          <p:cNvSpPr txBox="1"/>
          <p:nvPr/>
        </p:nvSpPr>
        <p:spPr>
          <a:xfrm>
            <a:off x="4058583" y="191835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186" name="Text 22">
            <a:extLst>
              <a:ext uri="{FF2B5EF4-FFF2-40B4-BE49-F238E27FC236}">
                <a16:creationId xmlns:a16="http://schemas.microsoft.com/office/drawing/2014/main" id="{69067489-5CD6-5E10-09C8-BD14A5F301AB}"/>
              </a:ext>
            </a:extLst>
          </p:cNvPr>
          <p:cNvSpPr txBox="1"/>
          <p:nvPr/>
        </p:nvSpPr>
        <p:spPr>
          <a:xfrm>
            <a:off x="4634583" y="191835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187" name="Shape 23">
            <a:extLst>
              <a:ext uri="{FF2B5EF4-FFF2-40B4-BE49-F238E27FC236}">
                <a16:creationId xmlns:a16="http://schemas.microsoft.com/office/drawing/2014/main" id="{1CF2EFD0-D6A4-4ABB-3930-D3D9D0B8010B}"/>
              </a:ext>
            </a:extLst>
          </p:cNvPr>
          <p:cNvSpPr/>
          <p:nvPr/>
        </p:nvSpPr>
        <p:spPr>
          <a:xfrm>
            <a:off x="4022583" y="2069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88" name="Text 24">
            <a:extLst>
              <a:ext uri="{FF2B5EF4-FFF2-40B4-BE49-F238E27FC236}">
                <a16:creationId xmlns:a16="http://schemas.microsoft.com/office/drawing/2014/main" id="{749F1B63-130E-5213-9264-57184EA45C34}"/>
              </a:ext>
            </a:extLst>
          </p:cNvPr>
          <p:cNvSpPr txBox="1"/>
          <p:nvPr/>
        </p:nvSpPr>
        <p:spPr>
          <a:xfrm>
            <a:off x="4058583" y="2102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189" name="Text 25">
            <a:extLst>
              <a:ext uri="{FF2B5EF4-FFF2-40B4-BE49-F238E27FC236}">
                <a16:creationId xmlns:a16="http://schemas.microsoft.com/office/drawing/2014/main" id="{9E9B2ED9-93C1-CAC4-2754-E0FFC1579BB3}"/>
              </a:ext>
            </a:extLst>
          </p:cNvPr>
          <p:cNvSpPr txBox="1"/>
          <p:nvPr/>
        </p:nvSpPr>
        <p:spPr>
          <a:xfrm>
            <a:off x="4634583" y="2102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190" name="Text 26">
            <a:extLst>
              <a:ext uri="{FF2B5EF4-FFF2-40B4-BE49-F238E27FC236}">
                <a16:creationId xmlns:a16="http://schemas.microsoft.com/office/drawing/2014/main" id="{711AE56C-A9F9-D31B-BC48-8B68B5C059A8}"/>
              </a:ext>
            </a:extLst>
          </p:cNvPr>
          <p:cNvSpPr txBox="1"/>
          <p:nvPr/>
        </p:nvSpPr>
        <p:spPr>
          <a:xfrm>
            <a:off x="4634583" y="2203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191" name="Shape 27">
            <a:extLst>
              <a:ext uri="{FF2B5EF4-FFF2-40B4-BE49-F238E27FC236}">
                <a16:creationId xmlns:a16="http://schemas.microsoft.com/office/drawing/2014/main" id="{F679C893-7CB9-FC87-ECB5-4657CC52E9EC}"/>
              </a:ext>
            </a:extLst>
          </p:cNvPr>
          <p:cNvSpPr/>
          <p:nvPr/>
        </p:nvSpPr>
        <p:spPr>
          <a:xfrm>
            <a:off x="4022583" y="237915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92" name="Text 28">
            <a:extLst>
              <a:ext uri="{FF2B5EF4-FFF2-40B4-BE49-F238E27FC236}">
                <a16:creationId xmlns:a16="http://schemas.microsoft.com/office/drawing/2014/main" id="{1881760C-B677-07C0-29BE-1555A1A27C2F}"/>
              </a:ext>
            </a:extLst>
          </p:cNvPr>
          <p:cNvSpPr txBox="1"/>
          <p:nvPr/>
        </p:nvSpPr>
        <p:spPr>
          <a:xfrm>
            <a:off x="4058583" y="241155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193" name="Text 29">
            <a:extLst>
              <a:ext uri="{FF2B5EF4-FFF2-40B4-BE49-F238E27FC236}">
                <a16:creationId xmlns:a16="http://schemas.microsoft.com/office/drawing/2014/main" id="{994ACE55-B2B6-08B2-6B2C-6F6781589684}"/>
              </a:ext>
            </a:extLst>
          </p:cNvPr>
          <p:cNvSpPr txBox="1"/>
          <p:nvPr/>
        </p:nvSpPr>
        <p:spPr>
          <a:xfrm>
            <a:off x="4634583" y="241155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194" name="Text 30">
            <a:extLst>
              <a:ext uri="{FF2B5EF4-FFF2-40B4-BE49-F238E27FC236}">
                <a16:creationId xmlns:a16="http://schemas.microsoft.com/office/drawing/2014/main" id="{E9598840-F0A3-C0E3-6080-359308EF9710}"/>
              </a:ext>
            </a:extLst>
          </p:cNvPr>
          <p:cNvSpPr txBox="1"/>
          <p:nvPr/>
        </p:nvSpPr>
        <p:spPr>
          <a:xfrm>
            <a:off x="4634583" y="25127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195" name="Shape 31">
            <a:extLst>
              <a:ext uri="{FF2B5EF4-FFF2-40B4-BE49-F238E27FC236}">
                <a16:creationId xmlns:a16="http://schemas.microsoft.com/office/drawing/2014/main" id="{DC18E72B-0E4D-AD5C-D1A0-A6E0C54B8D75}"/>
              </a:ext>
            </a:extLst>
          </p:cNvPr>
          <p:cNvSpPr/>
          <p:nvPr/>
        </p:nvSpPr>
        <p:spPr>
          <a:xfrm>
            <a:off x="4022583" y="2619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196" name="Text 32">
            <a:extLst>
              <a:ext uri="{FF2B5EF4-FFF2-40B4-BE49-F238E27FC236}">
                <a16:creationId xmlns:a16="http://schemas.microsoft.com/office/drawing/2014/main" id="{2E63BB5D-D29E-B51A-B929-083B872536F7}"/>
              </a:ext>
            </a:extLst>
          </p:cNvPr>
          <p:cNvSpPr txBox="1"/>
          <p:nvPr/>
        </p:nvSpPr>
        <p:spPr>
          <a:xfrm>
            <a:off x="4058583" y="2652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197" name="Text 33">
            <a:extLst>
              <a:ext uri="{FF2B5EF4-FFF2-40B4-BE49-F238E27FC236}">
                <a16:creationId xmlns:a16="http://schemas.microsoft.com/office/drawing/2014/main" id="{A1196E5A-428F-D898-DFFE-E942224E4B05}"/>
              </a:ext>
            </a:extLst>
          </p:cNvPr>
          <p:cNvSpPr txBox="1"/>
          <p:nvPr/>
        </p:nvSpPr>
        <p:spPr>
          <a:xfrm>
            <a:off x="4634583" y="2652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198" name="Text 34">
            <a:extLst>
              <a:ext uri="{FF2B5EF4-FFF2-40B4-BE49-F238E27FC236}">
                <a16:creationId xmlns:a16="http://schemas.microsoft.com/office/drawing/2014/main" id="{14036EAF-973E-49FC-D1D5-D518EA5D9368}"/>
              </a:ext>
            </a:extLst>
          </p:cNvPr>
          <p:cNvSpPr txBox="1"/>
          <p:nvPr/>
        </p:nvSpPr>
        <p:spPr>
          <a:xfrm>
            <a:off x="4634583" y="275391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199" name="Shape 35">
            <a:extLst>
              <a:ext uri="{FF2B5EF4-FFF2-40B4-BE49-F238E27FC236}">
                <a16:creationId xmlns:a16="http://schemas.microsoft.com/office/drawing/2014/main" id="{0C345631-4327-95B5-72E7-3A1420DA718A}"/>
              </a:ext>
            </a:extLst>
          </p:cNvPr>
          <p:cNvSpPr/>
          <p:nvPr/>
        </p:nvSpPr>
        <p:spPr>
          <a:xfrm>
            <a:off x="4022583" y="28611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00" name="Text 36">
            <a:extLst>
              <a:ext uri="{FF2B5EF4-FFF2-40B4-BE49-F238E27FC236}">
                <a16:creationId xmlns:a16="http://schemas.microsoft.com/office/drawing/2014/main" id="{30979EAC-D583-79C0-30EC-73F89EE4E12D}"/>
              </a:ext>
            </a:extLst>
          </p:cNvPr>
          <p:cNvSpPr txBox="1"/>
          <p:nvPr/>
        </p:nvSpPr>
        <p:spPr>
          <a:xfrm>
            <a:off x="4058583" y="28935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201" name="Text 37">
            <a:extLst>
              <a:ext uri="{FF2B5EF4-FFF2-40B4-BE49-F238E27FC236}">
                <a16:creationId xmlns:a16="http://schemas.microsoft.com/office/drawing/2014/main" id="{9633E475-9086-4F65-2242-8DEC6FF097D2}"/>
              </a:ext>
            </a:extLst>
          </p:cNvPr>
          <p:cNvSpPr txBox="1"/>
          <p:nvPr/>
        </p:nvSpPr>
        <p:spPr>
          <a:xfrm>
            <a:off x="4634583" y="28935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202" name="Text 38">
            <a:extLst>
              <a:ext uri="{FF2B5EF4-FFF2-40B4-BE49-F238E27FC236}">
                <a16:creationId xmlns:a16="http://schemas.microsoft.com/office/drawing/2014/main" id="{CAC7BC22-AC56-1491-E9A2-5AA104047C14}"/>
              </a:ext>
            </a:extLst>
          </p:cNvPr>
          <p:cNvSpPr txBox="1"/>
          <p:nvPr/>
        </p:nvSpPr>
        <p:spPr>
          <a:xfrm>
            <a:off x="4634583" y="299511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203" name="Shape 39">
            <a:extLst>
              <a:ext uri="{FF2B5EF4-FFF2-40B4-BE49-F238E27FC236}">
                <a16:creationId xmlns:a16="http://schemas.microsoft.com/office/drawing/2014/main" id="{F0CC4DBE-06D8-3092-500F-D3D971768398}"/>
              </a:ext>
            </a:extLst>
          </p:cNvPr>
          <p:cNvSpPr/>
          <p:nvPr/>
        </p:nvSpPr>
        <p:spPr>
          <a:xfrm>
            <a:off x="4022583" y="317007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04" name="Text 40">
            <a:extLst>
              <a:ext uri="{FF2B5EF4-FFF2-40B4-BE49-F238E27FC236}">
                <a16:creationId xmlns:a16="http://schemas.microsoft.com/office/drawing/2014/main" id="{A7CD4F6A-6EF8-27AC-89D4-E10CDC13F113}"/>
              </a:ext>
            </a:extLst>
          </p:cNvPr>
          <p:cNvSpPr txBox="1"/>
          <p:nvPr/>
        </p:nvSpPr>
        <p:spPr>
          <a:xfrm>
            <a:off x="4058583" y="317007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205" name="Text 41">
            <a:extLst>
              <a:ext uri="{FF2B5EF4-FFF2-40B4-BE49-F238E27FC236}">
                <a16:creationId xmlns:a16="http://schemas.microsoft.com/office/drawing/2014/main" id="{D33AB9F4-9689-FF2D-26E9-D1882EB01EDB}"/>
              </a:ext>
            </a:extLst>
          </p:cNvPr>
          <p:cNvSpPr txBox="1"/>
          <p:nvPr/>
        </p:nvSpPr>
        <p:spPr>
          <a:xfrm>
            <a:off x="4634583" y="317007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206" name="Shape 42">
            <a:extLst>
              <a:ext uri="{FF2B5EF4-FFF2-40B4-BE49-F238E27FC236}">
                <a16:creationId xmlns:a16="http://schemas.microsoft.com/office/drawing/2014/main" id="{0E2893C7-19F3-CDF0-8114-C48F1DCF9027}"/>
              </a:ext>
            </a:extLst>
          </p:cNvPr>
          <p:cNvSpPr/>
          <p:nvPr/>
        </p:nvSpPr>
        <p:spPr>
          <a:xfrm>
            <a:off x="4022583" y="332199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07" name="Text 43">
            <a:extLst>
              <a:ext uri="{FF2B5EF4-FFF2-40B4-BE49-F238E27FC236}">
                <a16:creationId xmlns:a16="http://schemas.microsoft.com/office/drawing/2014/main" id="{41220443-8D0A-C9A9-E177-D4552B87B542}"/>
              </a:ext>
            </a:extLst>
          </p:cNvPr>
          <p:cNvSpPr txBox="1"/>
          <p:nvPr/>
        </p:nvSpPr>
        <p:spPr>
          <a:xfrm>
            <a:off x="4058583" y="335439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208" name="Text 44">
            <a:extLst>
              <a:ext uri="{FF2B5EF4-FFF2-40B4-BE49-F238E27FC236}">
                <a16:creationId xmlns:a16="http://schemas.microsoft.com/office/drawing/2014/main" id="{2527B9D6-B399-04EA-B60F-316B425DE531}"/>
              </a:ext>
            </a:extLst>
          </p:cNvPr>
          <p:cNvSpPr txBox="1"/>
          <p:nvPr/>
        </p:nvSpPr>
        <p:spPr>
          <a:xfrm>
            <a:off x="4634583" y="335439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209" name="Text 45">
            <a:extLst>
              <a:ext uri="{FF2B5EF4-FFF2-40B4-BE49-F238E27FC236}">
                <a16:creationId xmlns:a16="http://schemas.microsoft.com/office/drawing/2014/main" id="{1DF132C6-DDD4-2371-236D-9A72C6B6465B}"/>
              </a:ext>
            </a:extLst>
          </p:cNvPr>
          <p:cNvSpPr txBox="1"/>
          <p:nvPr/>
        </p:nvSpPr>
        <p:spPr>
          <a:xfrm>
            <a:off x="4634583" y="345555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210" name="Shape 46">
            <a:extLst>
              <a:ext uri="{FF2B5EF4-FFF2-40B4-BE49-F238E27FC236}">
                <a16:creationId xmlns:a16="http://schemas.microsoft.com/office/drawing/2014/main" id="{64BB279C-D782-9E5B-8EEC-03DFE15CF6F3}"/>
              </a:ext>
            </a:extLst>
          </p:cNvPr>
          <p:cNvSpPr/>
          <p:nvPr/>
        </p:nvSpPr>
        <p:spPr>
          <a:xfrm>
            <a:off x="4022583" y="356283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1" name="Text 47">
            <a:extLst>
              <a:ext uri="{FF2B5EF4-FFF2-40B4-BE49-F238E27FC236}">
                <a16:creationId xmlns:a16="http://schemas.microsoft.com/office/drawing/2014/main" id="{16827CCE-7953-8522-1C76-9D2194F3E50C}"/>
              </a:ext>
            </a:extLst>
          </p:cNvPr>
          <p:cNvSpPr txBox="1"/>
          <p:nvPr/>
        </p:nvSpPr>
        <p:spPr>
          <a:xfrm>
            <a:off x="4058583" y="359523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212" name="Text 48">
            <a:extLst>
              <a:ext uri="{FF2B5EF4-FFF2-40B4-BE49-F238E27FC236}">
                <a16:creationId xmlns:a16="http://schemas.microsoft.com/office/drawing/2014/main" id="{726E4708-60DE-EE9C-3D34-F6A3E6CD7148}"/>
              </a:ext>
            </a:extLst>
          </p:cNvPr>
          <p:cNvSpPr txBox="1"/>
          <p:nvPr/>
        </p:nvSpPr>
        <p:spPr>
          <a:xfrm>
            <a:off x="4634583" y="359523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213" name="Text 49">
            <a:extLst>
              <a:ext uri="{FF2B5EF4-FFF2-40B4-BE49-F238E27FC236}">
                <a16:creationId xmlns:a16="http://schemas.microsoft.com/office/drawing/2014/main" id="{61EDA7C7-81C2-7482-E724-6FD1CE460D4D}"/>
              </a:ext>
            </a:extLst>
          </p:cNvPr>
          <p:cNvSpPr txBox="1"/>
          <p:nvPr/>
        </p:nvSpPr>
        <p:spPr>
          <a:xfrm>
            <a:off x="4634583" y="369675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214" name="Shape 50">
            <a:extLst>
              <a:ext uri="{FF2B5EF4-FFF2-40B4-BE49-F238E27FC236}">
                <a16:creationId xmlns:a16="http://schemas.microsoft.com/office/drawing/2014/main" id="{6E02B0B7-9CD6-A8B0-844C-E258EE05340E}"/>
              </a:ext>
            </a:extLst>
          </p:cNvPr>
          <p:cNvSpPr/>
          <p:nvPr/>
        </p:nvSpPr>
        <p:spPr>
          <a:xfrm>
            <a:off x="4022583" y="387207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5" name="Text 51">
            <a:extLst>
              <a:ext uri="{FF2B5EF4-FFF2-40B4-BE49-F238E27FC236}">
                <a16:creationId xmlns:a16="http://schemas.microsoft.com/office/drawing/2014/main" id="{42465B88-A318-9489-670E-F05B570AC910}"/>
              </a:ext>
            </a:extLst>
          </p:cNvPr>
          <p:cNvSpPr txBox="1"/>
          <p:nvPr/>
        </p:nvSpPr>
        <p:spPr>
          <a:xfrm>
            <a:off x="4058583" y="390447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216" name="Text 52">
            <a:extLst>
              <a:ext uri="{FF2B5EF4-FFF2-40B4-BE49-F238E27FC236}">
                <a16:creationId xmlns:a16="http://schemas.microsoft.com/office/drawing/2014/main" id="{2E632BF1-E7BC-DF3F-32EB-328E0A41D4BE}"/>
              </a:ext>
            </a:extLst>
          </p:cNvPr>
          <p:cNvSpPr txBox="1"/>
          <p:nvPr/>
        </p:nvSpPr>
        <p:spPr>
          <a:xfrm>
            <a:off x="4634583" y="390447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217" name="Text 53">
            <a:extLst>
              <a:ext uri="{FF2B5EF4-FFF2-40B4-BE49-F238E27FC236}">
                <a16:creationId xmlns:a16="http://schemas.microsoft.com/office/drawing/2014/main" id="{D9CAD431-5386-B64E-6BF5-942457E988C0}"/>
              </a:ext>
            </a:extLst>
          </p:cNvPr>
          <p:cNvSpPr txBox="1"/>
          <p:nvPr/>
        </p:nvSpPr>
        <p:spPr>
          <a:xfrm>
            <a:off x="4634583" y="4005634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218" name="Shape 54">
            <a:extLst>
              <a:ext uri="{FF2B5EF4-FFF2-40B4-BE49-F238E27FC236}">
                <a16:creationId xmlns:a16="http://schemas.microsoft.com/office/drawing/2014/main" id="{AC4C76FA-635F-DEB5-84DB-406C4E01EC4D}"/>
              </a:ext>
            </a:extLst>
          </p:cNvPr>
          <p:cNvSpPr/>
          <p:nvPr/>
        </p:nvSpPr>
        <p:spPr>
          <a:xfrm>
            <a:off x="4022583" y="4112914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19" name="Text 55">
            <a:extLst>
              <a:ext uri="{FF2B5EF4-FFF2-40B4-BE49-F238E27FC236}">
                <a16:creationId xmlns:a16="http://schemas.microsoft.com/office/drawing/2014/main" id="{4E531EA0-1793-E2C2-D943-A0C4EB6B5A74}"/>
              </a:ext>
            </a:extLst>
          </p:cNvPr>
          <p:cNvSpPr txBox="1"/>
          <p:nvPr/>
        </p:nvSpPr>
        <p:spPr>
          <a:xfrm>
            <a:off x="4058583" y="4145314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220" name="Text 56">
            <a:extLst>
              <a:ext uri="{FF2B5EF4-FFF2-40B4-BE49-F238E27FC236}">
                <a16:creationId xmlns:a16="http://schemas.microsoft.com/office/drawing/2014/main" id="{C079A1A5-F3FE-737C-2A83-64A44FE34358}"/>
              </a:ext>
            </a:extLst>
          </p:cNvPr>
          <p:cNvSpPr txBox="1"/>
          <p:nvPr/>
        </p:nvSpPr>
        <p:spPr>
          <a:xfrm>
            <a:off x="4634583" y="4145314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221" name="Text 57">
            <a:extLst>
              <a:ext uri="{FF2B5EF4-FFF2-40B4-BE49-F238E27FC236}">
                <a16:creationId xmlns:a16="http://schemas.microsoft.com/office/drawing/2014/main" id="{AE4AAD1D-5B5A-8D7E-CBF2-07831D86BED6}"/>
              </a:ext>
            </a:extLst>
          </p:cNvPr>
          <p:cNvSpPr txBox="1"/>
          <p:nvPr/>
        </p:nvSpPr>
        <p:spPr>
          <a:xfrm>
            <a:off x="4634583" y="4246834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222" name="Shape 58">
            <a:extLst>
              <a:ext uri="{FF2B5EF4-FFF2-40B4-BE49-F238E27FC236}">
                <a16:creationId xmlns:a16="http://schemas.microsoft.com/office/drawing/2014/main" id="{7F9EB260-B0B5-1978-CAB1-8F77A87FCE20}"/>
              </a:ext>
            </a:extLst>
          </p:cNvPr>
          <p:cNvSpPr/>
          <p:nvPr/>
        </p:nvSpPr>
        <p:spPr>
          <a:xfrm>
            <a:off x="4022583" y="4421794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23" name="Text 59">
            <a:extLst>
              <a:ext uri="{FF2B5EF4-FFF2-40B4-BE49-F238E27FC236}">
                <a16:creationId xmlns:a16="http://schemas.microsoft.com/office/drawing/2014/main" id="{CC223D58-F9AB-33B0-74F9-E64402D2D2A5}"/>
              </a:ext>
            </a:extLst>
          </p:cNvPr>
          <p:cNvSpPr txBox="1"/>
          <p:nvPr/>
        </p:nvSpPr>
        <p:spPr>
          <a:xfrm>
            <a:off x="4058583" y="4421794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224" name="Text 60">
            <a:extLst>
              <a:ext uri="{FF2B5EF4-FFF2-40B4-BE49-F238E27FC236}">
                <a16:creationId xmlns:a16="http://schemas.microsoft.com/office/drawing/2014/main" id="{F2DBD37F-4DEA-C03F-AA65-C868D7AA5BA0}"/>
              </a:ext>
            </a:extLst>
          </p:cNvPr>
          <p:cNvSpPr txBox="1"/>
          <p:nvPr/>
        </p:nvSpPr>
        <p:spPr>
          <a:xfrm>
            <a:off x="4634583" y="4421794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225" name="Shape 61">
            <a:extLst>
              <a:ext uri="{FF2B5EF4-FFF2-40B4-BE49-F238E27FC236}">
                <a16:creationId xmlns:a16="http://schemas.microsoft.com/office/drawing/2014/main" id="{860FEBCC-0BE7-9BB3-E1BC-E656BA4F194F}"/>
              </a:ext>
            </a:extLst>
          </p:cNvPr>
          <p:cNvSpPr/>
          <p:nvPr/>
        </p:nvSpPr>
        <p:spPr>
          <a:xfrm>
            <a:off x="4022583" y="4638514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226" name="Text 63">
            <a:extLst>
              <a:ext uri="{FF2B5EF4-FFF2-40B4-BE49-F238E27FC236}">
                <a16:creationId xmlns:a16="http://schemas.microsoft.com/office/drawing/2014/main" id="{9EC22D78-686B-B087-79B1-E7992AE2D16B}"/>
              </a:ext>
            </a:extLst>
          </p:cNvPr>
          <p:cNvSpPr txBox="1"/>
          <p:nvPr/>
        </p:nvSpPr>
        <p:spPr>
          <a:xfrm>
            <a:off x="4022583" y="4730314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227" name="Shape 0">
            <a:extLst>
              <a:ext uri="{FF2B5EF4-FFF2-40B4-BE49-F238E27FC236}">
                <a16:creationId xmlns:a16="http://schemas.microsoft.com/office/drawing/2014/main" id="{620C601B-BF6F-AF37-99B6-716C773F5A65}"/>
              </a:ext>
            </a:extLst>
          </p:cNvPr>
          <p:cNvSpPr/>
          <p:nvPr/>
        </p:nvSpPr>
        <p:spPr>
          <a:xfrm>
            <a:off x="541109" y="5046486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228" name="Shape 1">
            <a:extLst>
              <a:ext uri="{FF2B5EF4-FFF2-40B4-BE49-F238E27FC236}">
                <a16:creationId xmlns:a16="http://schemas.microsoft.com/office/drawing/2014/main" id="{FD54AE97-5ED1-F142-53B5-60D7978E6DB2}"/>
              </a:ext>
            </a:extLst>
          </p:cNvPr>
          <p:cNvSpPr/>
          <p:nvPr/>
        </p:nvSpPr>
        <p:spPr>
          <a:xfrm>
            <a:off x="775109" y="524448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29" name="Text 2">
            <a:extLst>
              <a:ext uri="{FF2B5EF4-FFF2-40B4-BE49-F238E27FC236}">
                <a16:creationId xmlns:a16="http://schemas.microsoft.com/office/drawing/2014/main" id="{8A0BFB24-6762-F332-82E4-3EACAED45162}"/>
              </a:ext>
            </a:extLst>
          </p:cNvPr>
          <p:cNvSpPr txBox="1"/>
          <p:nvPr/>
        </p:nvSpPr>
        <p:spPr>
          <a:xfrm>
            <a:off x="811109" y="524448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230" name="Text 3">
            <a:extLst>
              <a:ext uri="{FF2B5EF4-FFF2-40B4-BE49-F238E27FC236}">
                <a16:creationId xmlns:a16="http://schemas.microsoft.com/office/drawing/2014/main" id="{6A2388DF-FC53-21DE-FC92-51F7447559FC}"/>
              </a:ext>
            </a:extLst>
          </p:cNvPr>
          <p:cNvSpPr txBox="1"/>
          <p:nvPr/>
        </p:nvSpPr>
        <p:spPr>
          <a:xfrm>
            <a:off x="1387109" y="524448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231" name="Shape 4">
            <a:extLst>
              <a:ext uri="{FF2B5EF4-FFF2-40B4-BE49-F238E27FC236}">
                <a16:creationId xmlns:a16="http://schemas.microsoft.com/office/drawing/2014/main" id="{888BFFFC-701E-4E67-9F88-463B4E9B54B4}"/>
              </a:ext>
            </a:extLst>
          </p:cNvPr>
          <p:cNvSpPr/>
          <p:nvPr/>
        </p:nvSpPr>
        <p:spPr>
          <a:xfrm>
            <a:off x="775109" y="53964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32" name="Text 5">
            <a:extLst>
              <a:ext uri="{FF2B5EF4-FFF2-40B4-BE49-F238E27FC236}">
                <a16:creationId xmlns:a16="http://schemas.microsoft.com/office/drawing/2014/main" id="{BCCB3285-916A-AFCA-4106-9C9680A6740A}"/>
              </a:ext>
            </a:extLst>
          </p:cNvPr>
          <p:cNvSpPr txBox="1"/>
          <p:nvPr/>
        </p:nvSpPr>
        <p:spPr>
          <a:xfrm>
            <a:off x="811109" y="54288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233" name="Text 6">
            <a:extLst>
              <a:ext uri="{FF2B5EF4-FFF2-40B4-BE49-F238E27FC236}">
                <a16:creationId xmlns:a16="http://schemas.microsoft.com/office/drawing/2014/main" id="{594A0BED-80B7-12F5-5DDD-6A310356A601}"/>
              </a:ext>
            </a:extLst>
          </p:cNvPr>
          <p:cNvSpPr txBox="1"/>
          <p:nvPr/>
        </p:nvSpPr>
        <p:spPr>
          <a:xfrm>
            <a:off x="1387109" y="54288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234" name="Text 7">
            <a:extLst>
              <a:ext uri="{FF2B5EF4-FFF2-40B4-BE49-F238E27FC236}">
                <a16:creationId xmlns:a16="http://schemas.microsoft.com/office/drawing/2014/main" id="{47F7C6C1-B7C8-A50F-B0D4-9A555FCF22E4}"/>
              </a:ext>
            </a:extLst>
          </p:cNvPr>
          <p:cNvSpPr txBox="1"/>
          <p:nvPr/>
        </p:nvSpPr>
        <p:spPr>
          <a:xfrm>
            <a:off x="1387109" y="55299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235" name="Shape 8">
            <a:extLst>
              <a:ext uri="{FF2B5EF4-FFF2-40B4-BE49-F238E27FC236}">
                <a16:creationId xmlns:a16="http://schemas.microsoft.com/office/drawing/2014/main" id="{6B5028DB-E45A-7963-FCD5-F267C149D299}"/>
              </a:ext>
            </a:extLst>
          </p:cNvPr>
          <p:cNvSpPr/>
          <p:nvPr/>
        </p:nvSpPr>
        <p:spPr>
          <a:xfrm>
            <a:off x="775109" y="5637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36" name="Text 9">
            <a:extLst>
              <a:ext uri="{FF2B5EF4-FFF2-40B4-BE49-F238E27FC236}">
                <a16:creationId xmlns:a16="http://schemas.microsoft.com/office/drawing/2014/main" id="{F1A573C3-486D-BC86-C15E-A6CEDCED58EF}"/>
              </a:ext>
            </a:extLst>
          </p:cNvPr>
          <p:cNvSpPr txBox="1"/>
          <p:nvPr/>
        </p:nvSpPr>
        <p:spPr>
          <a:xfrm>
            <a:off x="811109" y="5669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237" name="Text 10">
            <a:extLst>
              <a:ext uri="{FF2B5EF4-FFF2-40B4-BE49-F238E27FC236}">
                <a16:creationId xmlns:a16="http://schemas.microsoft.com/office/drawing/2014/main" id="{14348818-FCAF-8419-1FAF-5FB13494A674}"/>
              </a:ext>
            </a:extLst>
          </p:cNvPr>
          <p:cNvSpPr txBox="1"/>
          <p:nvPr/>
        </p:nvSpPr>
        <p:spPr>
          <a:xfrm>
            <a:off x="1387109" y="5669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238" name="Text 11">
            <a:extLst>
              <a:ext uri="{FF2B5EF4-FFF2-40B4-BE49-F238E27FC236}">
                <a16:creationId xmlns:a16="http://schemas.microsoft.com/office/drawing/2014/main" id="{BF52EEA5-875E-4897-6D13-216641EB0D74}"/>
              </a:ext>
            </a:extLst>
          </p:cNvPr>
          <p:cNvSpPr txBox="1"/>
          <p:nvPr/>
        </p:nvSpPr>
        <p:spPr>
          <a:xfrm>
            <a:off x="1387109" y="57711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239" name="Shape 12">
            <a:extLst>
              <a:ext uri="{FF2B5EF4-FFF2-40B4-BE49-F238E27FC236}">
                <a16:creationId xmlns:a16="http://schemas.microsoft.com/office/drawing/2014/main" id="{0933C0F1-D1FE-A7C4-496A-77FF6EE4D59D}"/>
              </a:ext>
            </a:extLst>
          </p:cNvPr>
          <p:cNvSpPr/>
          <p:nvPr/>
        </p:nvSpPr>
        <p:spPr>
          <a:xfrm>
            <a:off x="775109" y="58784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40" name="Text 13">
            <a:extLst>
              <a:ext uri="{FF2B5EF4-FFF2-40B4-BE49-F238E27FC236}">
                <a16:creationId xmlns:a16="http://schemas.microsoft.com/office/drawing/2014/main" id="{C6936A1F-69E0-D635-D02A-5B02E9F89676}"/>
              </a:ext>
            </a:extLst>
          </p:cNvPr>
          <p:cNvSpPr txBox="1"/>
          <p:nvPr/>
        </p:nvSpPr>
        <p:spPr>
          <a:xfrm>
            <a:off x="811109" y="59108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241" name="Text 14">
            <a:extLst>
              <a:ext uri="{FF2B5EF4-FFF2-40B4-BE49-F238E27FC236}">
                <a16:creationId xmlns:a16="http://schemas.microsoft.com/office/drawing/2014/main" id="{71488B3A-A798-9AF6-F2A6-5D6205B59990}"/>
              </a:ext>
            </a:extLst>
          </p:cNvPr>
          <p:cNvSpPr txBox="1"/>
          <p:nvPr/>
        </p:nvSpPr>
        <p:spPr>
          <a:xfrm>
            <a:off x="1387109" y="59108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242" name="Text 15">
            <a:extLst>
              <a:ext uri="{FF2B5EF4-FFF2-40B4-BE49-F238E27FC236}">
                <a16:creationId xmlns:a16="http://schemas.microsoft.com/office/drawing/2014/main" id="{373075D3-8DBB-7042-6521-917E695DFF21}"/>
              </a:ext>
            </a:extLst>
          </p:cNvPr>
          <p:cNvSpPr txBox="1"/>
          <p:nvPr/>
        </p:nvSpPr>
        <p:spPr>
          <a:xfrm>
            <a:off x="1387109" y="601236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243" name="Shape 16">
            <a:extLst>
              <a:ext uri="{FF2B5EF4-FFF2-40B4-BE49-F238E27FC236}">
                <a16:creationId xmlns:a16="http://schemas.microsoft.com/office/drawing/2014/main" id="{F0B404B7-7EDE-82C7-0FA9-3873BACD2858}"/>
              </a:ext>
            </a:extLst>
          </p:cNvPr>
          <p:cNvSpPr/>
          <p:nvPr/>
        </p:nvSpPr>
        <p:spPr>
          <a:xfrm>
            <a:off x="775109" y="6187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44" name="Text 17">
            <a:extLst>
              <a:ext uri="{FF2B5EF4-FFF2-40B4-BE49-F238E27FC236}">
                <a16:creationId xmlns:a16="http://schemas.microsoft.com/office/drawing/2014/main" id="{2CB73F19-85D8-7A74-43D3-4557C5419855}"/>
              </a:ext>
            </a:extLst>
          </p:cNvPr>
          <p:cNvSpPr txBox="1"/>
          <p:nvPr/>
        </p:nvSpPr>
        <p:spPr>
          <a:xfrm>
            <a:off x="811109" y="6219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245" name="Text 18">
            <a:extLst>
              <a:ext uri="{FF2B5EF4-FFF2-40B4-BE49-F238E27FC236}">
                <a16:creationId xmlns:a16="http://schemas.microsoft.com/office/drawing/2014/main" id="{1A992DED-EC3D-01D2-7216-54BEFC3ACC19}"/>
              </a:ext>
            </a:extLst>
          </p:cNvPr>
          <p:cNvSpPr txBox="1"/>
          <p:nvPr/>
        </p:nvSpPr>
        <p:spPr>
          <a:xfrm>
            <a:off x="1387109" y="6219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246" name="Text 19">
            <a:extLst>
              <a:ext uri="{FF2B5EF4-FFF2-40B4-BE49-F238E27FC236}">
                <a16:creationId xmlns:a16="http://schemas.microsoft.com/office/drawing/2014/main" id="{9C66A66D-D5B0-901C-FF0A-8EFBE7228621}"/>
              </a:ext>
            </a:extLst>
          </p:cNvPr>
          <p:cNvSpPr txBox="1"/>
          <p:nvPr/>
        </p:nvSpPr>
        <p:spPr>
          <a:xfrm>
            <a:off x="1387109" y="632124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247" name="Shape 20">
            <a:extLst>
              <a:ext uri="{FF2B5EF4-FFF2-40B4-BE49-F238E27FC236}">
                <a16:creationId xmlns:a16="http://schemas.microsoft.com/office/drawing/2014/main" id="{81C1EA87-96A8-8698-B8B6-561E9EEFFCFC}"/>
              </a:ext>
            </a:extLst>
          </p:cNvPr>
          <p:cNvSpPr/>
          <p:nvPr/>
        </p:nvSpPr>
        <p:spPr>
          <a:xfrm>
            <a:off x="775109" y="642852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48" name="Text 21">
            <a:extLst>
              <a:ext uri="{FF2B5EF4-FFF2-40B4-BE49-F238E27FC236}">
                <a16:creationId xmlns:a16="http://schemas.microsoft.com/office/drawing/2014/main" id="{F7B307BE-EA2F-615A-1201-BDE948BC6950}"/>
              </a:ext>
            </a:extLst>
          </p:cNvPr>
          <p:cNvSpPr txBox="1"/>
          <p:nvPr/>
        </p:nvSpPr>
        <p:spPr>
          <a:xfrm>
            <a:off x="811109" y="642852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249" name="Text 22">
            <a:extLst>
              <a:ext uri="{FF2B5EF4-FFF2-40B4-BE49-F238E27FC236}">
                <a16:creationId xmlns:a16="http://schemas.microsoft.com/office/drawing/2014/main" id="{F63A8F09-5FD4-D2AA-0AEA-A6C313E610F2}"/>
              </a:ext>
            </a:extLst>
          </p:cNvPr>
          <p:cNvSpPr txBox="1"/>
          <p:nvPr/>
        </p:nvSpPr>
        <p:spPr>
          <a:xfrm>
            <a:off x="1387109" y="642852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250" name="Shape 23">
            <a:extLst>
              <a:ext uri="{FF2B5EF4-FFF2-40B4-BE49-F238E27FC236}">
                <a16:creationId xmlns:a16="http://schemas.microsoft.com/office/drawing/2014/main" id="{2463BDE5-D9EB-99F3-35B5-887A3172D7E6}"/>
              </a:ext>
            </a:extLst>
          </p:cNvPr>
          <p:cNvSpPr/>
          <p:nvPr/>
        </p:nvSpPr>
        <p:spPr>
          <a:xfrm>
            <a:off x="775109" y="6580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1" name="Text 24">
            <a:extLst>
              <a:ext uri="{FF2B5EF4-FFF2-40B4-BE49-F238E27FC236}">
                <a16:creationId xmlns:a16="http://schemas.microsoft.com/office/drawing/2014/main" id="{230109F8-8915-2A3E-5AB9-0787DD2036CA}"/>
              </a:ext>
            </a:extLst>
          </p:cNvPr>
          <p:cNvSpPr txBox="1"/>
          <p:nvPr/>
        </p:nvSpPr>
        <p:spPr>
          <a:xfrm>
            <a:off x="811109" y="6612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252" name="Text 25">
            <a:extLst>
              <a:ext uri="{FF2B5EF4-FFF2-40B4-BE49-F238E27FC236}">
                <a16:creationId xmlns:a16="http://schemas.microsoft.com/office/drawing/2014/main" id="{EEF3A535-A23E-B7B4-5121-AF41910F4666}"/>
              </a:ext>
            </a:extLst>
          </p:cNvPr>
          <p:cNvSpPr txBox="1"/>
          <p:nvPr/>
        </p:nvSpPr>
        <p:spPr>
          <a:xfrm>
            <a:off x="1387109" y="6612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253" name="Text 26">
            <a:extLst>
              <a:ext uri="{FF2B5EF4-FFF2-40B4-BE49-F238E27FC236}">
                <a16:creationId xmlns:a16="http://schemas.microsoft.com/office/drawing/2014/main" id="{01B9B4BD-91CA-2D72-CD7E-7F64A7567514}"/>
              </a:ext>
            </a:extLst>
          </p:cNvPr>
          <p:cNvSpPr txBox="1"/>
          <p:nvPr/>
        </p:nvSpPr>
        <p:spPr>
          <a:xfrm>
            <a:off x="1387109" y="6714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254" name="Shape 27">
            <a:extLst>
              <a:ext uri="{FF2B5EF4-FFF2-40B4-BE49-F238E27FC236}">
                <a16:creationId xmlns:a16="http://schemas.microsoft.com/office/drawing/2014/main" id="{8D0A3E8D-3F35-4BAF-8CB4-6C09E204058D}"/>
              </a:ext>
            </a:extLst>
          </p:cNvPr>
          <p:cNvSpPr/>
          <p:nvPr/>
        </p:nvSpPr>
        <p:spPr>
          <a:xfrm>
            <a:off x="775109" y="6889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5" name="Text 28">
            <a:extLst>
              <a:ext uri="{FF2B5EF4-FFF2-40B4-BE49-F238E27FC236}">
                <a16:creationId xmlns:a16="http://schemas.microsoft.com/office/drawing/2014/main" id="{4EA29A90-1195-6E58-6887-40734CB24E64}"/>
              </a:ext>
            </a:extLst>
          </p:cNvPr>
          <p:cNvSpPr txBox="1"/>
          <p:nvPr/>
        </p:nvSpPr>
        <p:spPr>
          <a:xfrm>
            <a:off x="811109" y="6921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256" name="Text 29">
            <a:extLst>
              <a:ext uri="{FF2B5EF4-FFF2-40B4-BE49-F238E27FC236}">
                <a16:creationId xmlns:a16="http://schemas.microsoft.com/office/drawing/2014/main" id="{CA5F25C2-1BC4-7196-4F44-38A2090BFB50}"/>
              </a:ext>
            </a:extLst>
          </p:cNvPr>
          <p:cNvSpPr txBox="1"/>
          <p:nvPr/>
        </p:nvSpPr>
        <p:spPr>
          <a:xfrm>
            <a:off x="1387109" y="6921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257" name="Text 30">
            <a:extLst>
              <a:ext uri="{FF2B5EF4-FFF2-40B4-BE49-F238E27FC236}">
                <a16:creationId xmlns:a16="http://schemas.microsoft.com/office/drawing/2014/main" id="{12F60CFD-509B-2A9E-42CB-3DC7D0B93A00}"/>
              </a:ext>
            </a:extLst>
          </p:cNvPr>
          <p:cNvSpPr txBox="1"/>
          <p:nvPr/>
        </p:nvSpPr>
        <p:spPr>
          <a:xfrm>
            <a:off x="1387109" y="70228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258" name="Shape 31">
            <a:extLst>
              <a:ext uri="{FF2B5EF4-FFF2-40B4-BE49-F238E27FC236}">
                <a16:creationId xmlns:a16="http://schemas.microsoft.com/office/drawing/2014/main" id="{315FD9D3-096E-04C1-D3D7-945AEA6ECE69}"/>
              </a:ext>
            </a:extLst>
          </p:cNvPr>
          <p:cNvSpPr/>
          <p:nvPr/>
        </p:nvSpPr>
        <p:spPr>
          <a:xfrm>
            <a:off x="775109" y="7130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59" name="Text 32">
            <a:extLst>
              <a:ext uri="{FF2B5EF4-FFF2-40B4-BE49-F238E27FC236}">
                <a16:creationId xmlns:a16="http://schemas.microsoft.com/office/drawing/2014/main" id="{E1236286-6EC4-1A6B-0D0D-0734CDD0B1E9}"/>
              </a:ext>
            </a:extLst>
          </p:cNvPr>
          <p:cNvSpPr txBox="1"/>
          <p:nvPr/>
        </p:nvSpPr>
        <p:spPr>
          <a:xfrm>
            <a:off x="811109" y="7162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260" name="Text 33">
            <a:extLst>
              <a:ext uri="{FF2B5EF4-FFF2-40B4-BE49-F238E27FC236}">
                <a16:creationId xmlns:a16="http://schemas.microsoft.com/office/drawing/2014/main" id="{4C656902-6A2A-33A9-EE19-3685408348FC}"/>
              </a:ext>
            </a:extLst>
          </p:cNvPr>
          <p:cNvSpPr txBox="1"/>
          <p:nvPr/>
        </p:nvSpPr>
        <p:spPr>
          <a:xfrm>
            <a:off x="1387109" y="7162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261" name="Text 34">
            <a:extLst>
              <a:ext uri="{FF2B5EF4-FFF2-40B4-BE49-F238E27FC236}">
                <a16:creationId xmlns:a16="http://schemas.microsoft.com/office/drawing/2014/main" id="{D38D2E7C-C648-5EB0-1CAB-5ADF75FCA370}"/>
              </a:ext>
            </a:extLst>
          </p:cNvPr>
          <p:cNvSpPr txBox="1"/>
          <p:nvPr/>
        </p:nvSpPr>
        <p:spPr>
          <a:xfrm>
            <a:off x="1387109" y="72640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262" name="Shape 35">
            <a:extLst>
              <a:ext uri="{FF2B5EF4-FFF2-40B4-BE49-F238E27FC236}">
                <a16:creationId xmlns:a16="http://schemas.microsoft.com/office/drawing/2014/main" id="{74ECEEF5-CF83-0BD3-54AA-574E3EA3D1E4}"/>
              </a:ext>
            </a:extLst>
          </p:cNvPr>
          <p:cNvSpPr/>
          <p:nvPr/>
        </p:nvSpPr>
        <p:spPr>
          <a:xfrm>
            <a:off x="775109" y="73713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63" name="Text 36">
            <a:extLst>
              <a:ext uri="{FF2B5EF4-FFF2-40B4-BE49-F238E27FC236}">
                <a16:creationId xmlns:a16="http://schemas.microsoft.com/office/drawing/2014/main" id="{AB51F58F-00F9-CFD7-1105-7489B48D7D03}"/>
              </a:ext>
            </a:extLst>
          </p:cNvPr>
          <p:cNvSpPr txBox="1"/>
          <p:nvPr/>
        </p:nvSpPr>
        <p:spPr>
          <a:xfrm>
            <a:off x="811109" y="74037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264" name="Text 37">
            <a:extLst>
              <a:ext uri="{FF2B5EF4-FFF2-40B4-BE49-F238E27FC236}">
                <a16:creationId xmlns:a16="http://schemas.microsoft.com/office/drawing/2014/main" id="{A322868D-04A5-3C01-FF99-A2B8F678FA36}"/>
              </a:ext>
            </a:extLst>
          </p:cNvPr>
          <p:cNvSpPr txBox="1"/>
          <p:nvPr/>
        </p:nvSpPr>
        <p:spPr>
          <a:xfrm>
            <a:off x="1387109" y="74037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265" name="Text 38">
            <a:extLst>
              <a:ext uri="{FF2B5EF4-FFF2-40B4-BE49-F238E27FC236}">
                <a16:creationId xmlns:a16="http://schemas.microsoft.com/office/drawing/2014/main" id="{C3029712-DCD9-FFDB-7AAA-3FE67F8EDB8F}"/>
              </a:ext>
            </a:extLst>
          </p:cNvPr>
          <p:cNvSpPr txBox="1"/>
          <p:nvPr/>
        </p:nvSpPr>
        <p:spPr>
          <a:xfrm>
            <a:off x="1387109" y="750528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266" name="Shape 39">
            <a:extLst>
              <a:ext uri="{FF2B5EF4-FFF2-40B4-BE49-F238E27FC236}">
                <a16:creationId xmlns:a16="http://schemas.microsoft.com/office/drawing/2014/main" id="{7DD06580-8028-784E-1B81-86B04C658583}"/>
              </a:ext>
            </a:extLst>
          </p:cNvPr>
          <p:cNvSpPr/>
          <p:nvPr/>
        </p:nvSpPr>
        <p:spPr>
          <a:xfrm>
            <a:off x="775109" y="768024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67" name="Text 40">
            <a:extLst>
              <a:ext uri="{FF2B5EF4-FFF2-40B4-BE49-F238E27FC236}">
                <a16:creationId xmlns:a16="http://schemas.microsoft.com/office/drawing/2014/main" id="{EC5993CB-2CBA-8650-51A6-E300140519DB}"/>
              </a:ext>
            </a:extLst>
          </p:cNvPr>
          <p:cNvSpPr txBox="1"/>
          <p:nvPr/>
        </p:nvSpPr>
        <p:spPr>
          <a:xfrm>
            <a:off x="811109" y="768024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268" name="Text 41">
            <a:extLst>
              <a:ext uri="{FF2B5EF4-FFF2-40B4-BE49-F238E27FC236}">
                <a16:creationId xmlns:a16="http://schemas.microsoft.com/office/drawing/2014/main" id="{DF0CBE23-4E02-ACCD-0874-1A613F1B1932}"/>
              </a:ext>
            </a:extLst>
          </p:cNvPr>
          <p:cNvSpPr txBox="1"/>
          <p:nvPr/>
        </p:nvSpPr>
        <p:spPr>
          <a:xfrm>
            <a:off x="1387109" y="768024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269" name="Shape 42">
            <a:extLst>
              <a:ext uri="{FF2B5EF4-FFF2-40B4-BE49-F238E27FC236}">
                <a16:creationId xmlns:a16="http://schemas.microsoft.com/office/drawing/2014/main" id="{C2453BF3-2476-F94C-1705-308B41171A3B}"/>
              </a:ext>
            </a:extLst>
          </p:cNvPr>
          <p:cNvSpPr/>
          <p:nvPr/>
        </p:nvSpPr>
        <p:spPr>
          <a:xfrm>
            <a:off x="775109" y="7832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0" name="Text 43">
            <a:extLst>
              <a:ext uri="{FF2B5EF4-FFF2-40B4-BE49-F238E27FC236}">
                <a16:creationId xmlns:a16="http://schemas.microsoft.com/office/drawing/2014/main" id="{3A91FE32-2636-8145-1ED5-3C657897C068}"/>
              </a:ext>
            </a:extLst>
          </p:cNvPr>
          <p:cNvSpPr txBox="1"/>
          <p:nvPr/>
        </p:nvSpPr>
        <p:spPr>
          <a:xfrm>
            <a:off x="811109" y="7864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271" name="Text 44">
            <a:extLst>
              <a:ext uri="{FF2B5EF4-FFF2-40B4-BE49-F238E27FC236}">
                <a16:creationId xmlns:a16="http://schemas.microsoft.com/office/drawing/2014/main" id="{B5B9A374-4EE5-B7E5-DAB3-014D2C269C86}"/>
              </a:ext>
            </a:extLst>
          </p:cNvPr>
          <p:cNvSpPr txBox="1"/>
          <p:nvPr/>
        </p:nvSpPr>
        <p:spPr>
          <a:xfrm>
            <a:off x="1387109" y="7864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272" name="Text 45">
            <a:extLst>
              <a:ext uri="{FF2B5EF4-FFF2-40B4-BE49-F238E27FC236}">
                <a16:creationId xmlns:a16="http://schemas.microsoft.com/office/drawing/2014/main" id="{75E42B22-648C-B11B-04ED-27161DE4317F}"/>
              </a:ext>
            </a:extLst>
          </p:cNvPr>
          <p:cNvSpPr txBox="1"/>
          <p:nvPr/>
        </p:nvSpPr>
        <p:spPr>
          <a:xfrm>
            <a:off x="1387109" y="796572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273" name="Shape 46">
            <a:extLst>
              <a:ext uri="{FF2B5EF4-FFF2-40B4-BE49-F238E27FC236}">
                <a16:creationId xmlns:a16="http://schemas.microsoft.com/office/drawing/2014/main" id="{E43D3B5E-59EE-BBBA-7D17-E67C61343D15}"/>
              </a:ext>
            </a:extLst>
          </p:cNvPr>
          <p:cNvSpPr/>
          <p:nvPr/>
        </p:nvSpPr>
        <p:spPr>
          <a:xfrm>
            <a:off x="775109" y="80730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4" name="Text 47">
            <a:extLst>
              <a:ext uri="{FF2B5EF4-FFF2-40B4-BE49-F238E27FC236}">
                <a16:creationId xmlns:a16="http://schemas.microsoft.com/office/drawing/2014/main" id="{B683F208-20C2-45C6-9879-CBE714274CC1}"/>
              </a:ext>
            </a:extLst>
          </p:cNvPr>
          <p:cNvSpPr txBox="1"/>
          <p:nvPr/>
        </p:nvSpPr>
        <p:spPr>
          <a:xfrm>
            <a:off x="811109" y="81054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275" name="Text 48">
            <a:extLst>
              <a:ext uri="{FF2B5EF4-FFF2-40B4-BE49-F238E27FC236}">
                <a16:creationId xmlns:a16="http://schemas.microsoft.com/office/drawing/2014/main" id="{BEB3ABF7-6DA9-2FE9-6A64-351AECA31A96}"/>
              </a:ext>
            </a:extLst>
          </p:cNvPr>
          <p:cNvSpPr txBox="1"/>
          <p:nvPr/>
        </p:nvSpPr>
        <p:spPr>
          <a:xfrm>
            <a:off x="1387109" y="81054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276" name="Text 49">
            <a:extLst>
              <a:ext uri="{FF2B5EF4-FFF2-40B4-BE49-F238E27FC236}">
                <a16:creationId xmlns:a16="http://schemas.microsoft.com/office/drawing/2014/main" id="{7C845A18-457E-2D11-6EE8-38E7132320BD}"/>
              </a:ext>
            </a:extLst>
          </p:cNvPr>
          <p:cNvSpPr txBox="1"/>
          <p:nvPr/>
        </p:nvSpPr>
        <p:spPr>
          <a:xfrm>
            <a:off x="1387109" y="820692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277" name="Shape 50">
            <a:extLst>
              <a:ext uri="{FF2B5EF4-FFF2-40B4-BE49-F238E27FC236}">
                <a16:creationId xmlns:a16="http://schemas.microsoft.com/office/drawing/2014/main" id="{301A73B5-702F-D498-A1EB-E69A4938BC28}"/>
              </a:ext>
            </a:extLst>
          </p:cNvPr>
          <p:cNvSpPr/>
          <p:nvPr/>
        </p:nvSpPr>
        <p:spPr>
          <a:xfrm>
            <a:off x="775109" y="8382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78" name="Text 51">
            <a:extLst>
              <a:ext uri="{FF2B5EF4-FFF2-40B4-BE49-F238E27FC236}">
                <a16:creationId xmlns:a16="http://schemas.microsoft.com/office/drawing/2014/main" id="{BA41F521-5B4D-8950-A8C7-FE257526AEE4}"/>
              </a:ext>
            </a:extLst>
          </p:cNvPr>
          <p:cNvSpPr txBox="1"/>
          <p:nvPr/>
        </p:nvSpPr>
        <p:spPr>
          <a:xfrm>
            <a:off x="811109" y="8414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279" name="Text 52">
            <a:extLst>
              <a:ext uri="{FF2B5EF4-FFF2-40B4-BE49-F238E27FC236}">
                <a16:creationId xmlns:a16="http://schemas.microsoft.com/office/drawing/2014/main" id="{7002FBA7-030A-F8D5-8682-8445D96856C4}"/>
              </a:ext>
            </a:extLst>
          </p:cNvPr>
          <p:cNvSpPr txBox="1"/>
          <p:nvPr/>
        </p:nvSpPr>
        <p:spPr>
          <a:xfrm>
            <a:off x="1387109" y="8414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280" name="Text 53">
            <a:extLst>
              <a:ext uri="{FF2B5EF4-FFF2-40B4-BE49-F238E27FC236}">
                <a16:creationId xmlns:a16="http://schemas.microsoft.com/office/drawing/2014/main" id="{931439F3-7E6B-693F-B945-5C13E51BDF38}"/>
              </a:ext>
            </a:extLst>
          </p:cNvPr>
          <p:cNvSpPr txBox="1"/>
          <p:nvPr/>
        </p:nvSpPr>
        <p:spPr>
          <a:xfrm>
            <a:off x="1387109" y="851580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281" name="Shape 54">
            <a:extLst>
              <a:ext uri="{FF2B5EF4-FFF2-40B4-BE49-F238E27FC236}">
                <a16:creationId xmlns:a16="http://schemas.microsoft.com/office/drawing/2014/main" id="{D0C393F7-4494-F496-E7D3-324CC7AB2218}"/>
              </a:ext>
            </a:extLst>
          </p:cNvPr>
          <p:cNvSpPr/>
          <p:nvPr/>
        </p:nvSpPr>
        <p:spPr>
          <a:xfrm>
            <a:off x="775109" y="8623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82" name="Text 55">
            <a:extLst>
              <a:ext uri="{FF2B5EF4-FFF2-40B4-BE49-F238E27FC236}">
                <a16:creationId xmlns:a16="http://schemas.microsoft.com/office/drawing/2014/main" id="{13D4A459-A697-A53E-0A78-74BFF3E5AA4C}"/>
              </a:ext>
            </a:extLst>
          </p:cNvPr>
          <p:cNvSpPr txBox="1"/>
          <p:nvPr/>
        </p:nvSpPr>
        <p:spPr>
          <a:xfrm>
            <a:off x="811109" y="8655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283" name="Text 56">
            <a:extLst>
              <a:ext uri="{FF2B5EF4-FFF2-40B4-BE49-F238E27FC236}">
                <a16:creationId xmlns:a16="http://schemas.microsoft.com/office/drawing/2014/main" id="{4A5EC050-5407-FB3C-EF26-8D4F4E696A9B}"/>
              </a:ext>
            </a:extLst>
          </p:cNvPr>
          <p:cNvSpPr txBox="1"/>
          <p:nvPr/>
        </p:nvSpPr>
        <p:spPr>
          <a:xfrm>
            <a:off x="1387109" y="8655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284" name="Text 57">
            <a:extLst>
              <a:ext uri="{FF2B5EF4-FFF2-40B4-BE49-F238E27FC236}">
                <a16:creationId xmlns:a16="http://schemas.microsoft.com/office/drawing/2014/main" id="{66B81133-D616-DBAE-24E2-D397F34D7923}"/>
              </a:ext>
            </a:extLst>
          </p:cNvPr>
          <p:cNvSpPr txBox="1"/>
          <p:nvPr/>
        </p:nvSpPr>
        <p:spPr>
          <a:xfrm>
            <a:off x="1387109" y="8757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285" name="Shape 58">
            <a:extLst>
              <a:ext uri="{FF2B5EF4-FFF2-40B4-BE49-F238E27FC236}">
                <a16:creationId xmlns:a16="http://schemas.microsoft.com/office/drawing/2014/main" id="{00EA25B0-AB44-931A-B0CF-9DD86ADFDDF8}"/>
              </a:ext>
            </a:extLst>
          </p:cNvPr>
          <p:cNvSpPr/>
          <p:nvPr/>
        </p:nvSpPr>
        <p:spPr>
          <a:xfrm>
            <a:off x="775109" y="893196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86" name="Text 59">
            <a:extLst>
              <a:ext uri="{FF2B5EF4-FFF2-40B4-BE49-F238E27FC236}">
                <a16:creationId xmlns:a16="http://schemas.microsoft.com/office/drawing/2014/main" id="{B9405BAD-37B9-F7D9-8CFF-3CB05C81C3D3}"/>
              </a:ext>
            </a:extLst>
          </p:cNvPr>
          <p:cNvSpPr txBox="1"/>
          <p:nvPr/>
        </p:nvSpPr>
        <p:spPr>
          <a:xfrm>
            <a:off x="811109" y="893196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287" name="Text 60">
            <a:extLst>
              <a:ext uri="{FF2B5EF4-FFF2-40B4-BE49-F238E27FC236}">
                <a16:creationId xmlns:a16="http://schemas.microsoft.com/office/drawing/2014/main" id="{8C9B6322-F7BB-406A-5096-9506AF51D90C}"/>
              </a:ext>
            </a:extLst>
          </p:cNvPr>
          <p:cNvSpPr txBox="1"/>
          <p:nvPr/>
        </p:nvSpPr>
        <p:spPr>
          <a:xfrm>
            <a:off x="1387109" y="893196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288" name="Shape 61">
            <a:extLst>
              <a:ext uri="{FF2B5EF4-FFF2-40B4-BE49-F238E27FC236}">
                <a16:creationId xmlns:a16="http://schemas.microsoft.com/office/drawing/2014/main" id="{8F5C7F3D-D197-988E-C7E6-601FCB4EAB2E}"/>
              </a:ext>
            </a:extLst>
          </p:cNvPr>
          <p:cNvSpPr/>
          <p:nvPr/>
        </p:nvSpPr>
        <p:spPr>
          <a:xfrm>
            <a:off x="775109" y="9148686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289" name="Text 63">
            <a:extLst>
              <a:ext uri="{FF2B5EF4-FFF2-40B4-BE49-F238E27FC236}">
                <a16:creationId xmlns:a16="http://schemas.microsoft.com/office/drawing/2014/main" id="{CEC96943-9899-3AF0-04A0-DD151E6C5503}"/>
              </a:ext>
            </a:extLst>
          </p:cNvPr>
          <p:cNvSpPr txBox="1"/>
          <p:nvPr/>
        </p:nvSpPr>
        <p:spPr>
          <a:xfrm>
            <a:off x="775109" y="9240486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  <p:sp>
        <p:nvSpPr>
          <p:cNvPr id="290" name="Shape 0">
            <a:extLst>
              <a:ext uri="{FF2B5EF4-FFF2-40B4-BE49-F238E27FC236}">
                <a16:creationId xmlns:a16="http://schemas.microsoft.com/office/drawing/2014/main" id="{A2B1D0AC-65DC-7A9B-74DC-7ED45ABA40CD}"/>
              </a:ext>
            </a:extLst>
          </p:cNvPr>
          <p:cNvSpPr/>
          <p:nvPr/>
        </p:nvSpPr>
        <p:spPr>
          <a:xfrm>
            <a:off x="3789692" y="5046486"/>
            <a:ext cx="3240000" cy="79200"/>
          </a:xfrm>
          <a:prstGeom prst="rect">
            <a:avLst/>
          </a:prstGeom>
          <a:solidFill>
            <a:srgbClr val="1C332C"/>
          </a:solidFill>
          <a:ln/>
        </p:spPr>
      </p:sp>
      <p:sp>
        <p:nvSpPr>
          <p:cNvPr id="291" name="Shape 1">
            <a:extLst>
              <a:ext uri="{FF2B5EF4-FFF2-40B4-BE49-F238E27FC236}">
                <a16:creationId xmlns:a16="http://schemas.microsoft.com/office/drawing/2014/main" id="{53ACF291-0CF0-8522-D453-B0E9F658A913}"/>
              </a:ext>
            </a:extLst>
          </p:cNvPr>
          <p:cNvSpPr/>
          <p:nvPr/>
        </p:nvSpPr>
        <p:spPr>
          <a:xfrm>
            <a:off x="4023692" y="524448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292" name="Text 2">
            <a:extLst>
              <a:ext uri="{FF2B5EF4-FFF2-40B4-BE49-F238E27FC236}">
                <a16:creationId xmlns:a16="http://schemas.microsoft.com/office/drawing/2014/main" id="{A3E5835C-4A5C-BCA8-2080-2F30227FB40F}"/>
              </a:ext>
            </a:extLst>
          </p:cNvPr>
          <p:cNvSpPr txBox="1"/>
          <p:nvPr/>
        </p:nvSpPr>
        <p:spPr>
          <a:xfrm>
            <a:off x="4059692" y="524448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09:00 - 09:05</a:t>
            </a:r>
            <a:endParaRPr lang="en-US" sz="500" dirty="0"/>
          </a:p>
        </p:txBody>
      </p:sp>
      <p:sp>
        <p:nvSpPr>
          <p:cNvPr id="293" name="Text 3">
            <a:extLst>
              <a:ext uri="{FF2B5EF4-FFF2-40B4-BE49-F238E27FC236}">
                <a16:creationId xmlns:a16="http://schemas.microsoft.com/office/drawing/2014/main" id="{DCEC99CF-E4FD-43D5-39D1-E02042F5C9AB}"/>
              </a:ext>
            </a:extLst>
          </p:cNvPr>
          <p:cNvSpPr txBox="1"/>
          <p:nvPr/>
        </p:nvSpPr>
        <p:spPr>
          <a:xfrm>
            <a:off x="4635692" y="524448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Remarks</a:t>
            </a:r>
            <a:endParaRPr lang="en-US" sz="620" dirty="0"/>
          </a:p>
        </p:txBody>
      </p:sp>
      <p:sp>
        <p:nvSpPr>
          <p:cNvPr id="294" name="Shape 4">
            <a:extLst>
              <a:ext uri="{FF2B5EF4-FFF2-40B4-BE49-F238E27FC236}">
                <a16:creationId xmlns:a16="http://schemas.microsoft.com/office/drawing/2014/main" id="{FEF7B6D6-797F-12CD-2F1F-8227AF784700}"/>
              </a:ext>
            </a:extLst>
          </p:cNvPr>
          <p:cNvSpPr/>
          <p:nvPr/>
        </p:nvSpPr>
        <p:spPr>
          <a:xfrm>
            <a:off x="4023692" y="53964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95" name="Text 5">
            <a:extLst>
              <a:ext uri="{FF2B5EF4-FFF2-40B4-BE49-F238E27FC236}">
                <a16:creationId xmlns:a16="http://schemas.microsoft.com/office/drawing/2014/main" id="{B5BA1929-3924-A908-C7D0-EDAF342F5100}"/>
              </a:ext>
            </a:extLst>
          </p:cNvPr>
          <p:cNvSpPr txBox="1"/>
          <p:nvPr/>
        </p:nvSpPr>
        <p:spPr>
          <a:xfrm>
            <a:off x="4059692" y="54288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09:05 - 09:25</a:t>
            </a:r>
            <a:endParaRPr lang="en-US" sz="500" dirty="0"/>
          </a:p>
        </p:txBody>
      </p:sp>
      <p:sp>
        <p:nvSpPr>
          <p:cNvPr id="296" name="Text 6">
            <a:extLst>
              <a:ext uri="{FF2B5EF4-FFF2-40B4-BE49-F238E27FC236}">
                <a16:creationId xmlns:a16="http://schemas.microsoft.com/office/drawing/2014/main" id="{30B645B3-4337-88F3-D53A-81F6E8215933}"/>
              </a:ext>
            </a:extLst>
          </p:cNvPr>
          <p:cNvSpPr txBox="1"/>
          <p:nvPr/>
        </p:nvSpPr>
        <p:spPr>
          <a:xfrm>
            <a:off x="4635692" y="54288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Matyas Daboczi</a:t>
            </a:r>
            <a:endParaRPr lang="en-US" sz="700" dirty="0"/>
          </a:p>
        </p:txBody>
      </p:sp>
      <p:sp>
        <p:nvSpPr>
          <p:cNvPr id="297" name="Text 7">
            <a:extLst>
              <a:ext uri="{FF2B5EF4-FFF2-40B4-BE49-F238E27FC236}">
                <a16:creationId xmlns:a16="http://schemas.microsoft.com/office/drawing/2014/main" id="{521273A8-1255-F712-A2AC-A3507F60F956}"/>
              </a:ext>
            </a:extLst>
          </p:cNvPr>
          <p:cNvSpPr txBox="1"/>
          <p:nvPr/>
        </p:nvSpPr>
        <p:spPr>
          <a:xfrm>
            <a:off x="4635692" y="55299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the Stability of Organic Semiconductor Photoanodes for Solar Water Splitting</a:t>
            </a:r>
            <a:endParaRPr lang="en-US" sz="460" dirty="0"/>
          </a:p>
        </p:txBody>
      </p:sp>
      <p:sp>
        <p:nvSpPr>
          <p:cNvPr id="298" name="Shape 8">
            <a:extLst>
              <a:ext uri="{FF2B5EF4-FFF2-40B4-BE49-F238E27FC236}">
                <a16:creationId xmlns:a16="http://schemas.microsoft.com/office/drawing/2014/main" id="{3CAFF113-A45A-2006-89B8-F871D6E37673}"/>
              </a:ext>
            </a:extLst>
          </p:cNvPr>
          <p:cNvSpPr/>
          <p:nvPr/>
        </p:nvSpPr>
        <p:spPr>
          <a:xfrm>
            <a:off x="4023692" y="5637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299" name="Text 9">
            <a:extLst>
              <a:ext uri="{FF2B5EF4-FFF2-40B4-BE49-F238E27FC236}">
                <a16:creationId xmlns:a16="http://schemas.microsoft.com/office/drawing/2014/main" id="{81D60B23-BAA1-E87A-38D9-FD6165A2D86F}"/>
              </a:ext>
            </a:extLst>
          </p:cNvPr>
          <p:cNvSpPr txBox="1"/>
          <p:nvPr/>
        </p:nvSpPr>
        <p:spPr>
          <a:xfrm>
            <a:off x="4059692" y="5669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09:25 - 09:45</a:t>
            </a:r>
            <a:endParaRPr lang="en-US" sz="500" dirty="0"/>
          </a:p>
        </p:txBody>
      </p:sp>
      <p:sp>
        <p:nvSpPr>
          <p:cNvPr id="300" name="Text 10">
            <a:extLst>
              <a:ext uri="{FF2B5EF4-FFF2-40B4-BE49-F238E27FC236}">
                <a16:creationId xmlns:a16="http://schemas.microsoft.com/office/drawing/2014/main" id="{FBD45909-8876-7F00-3D09-C55A4FF9E9E9}"/>
              </a:ext>
            </a:extLst>
          </p:cNvPr>
          <p:cNvSpPr txBox="1"/>
          <p:nvPr/>
        </p:nvSpPr>
        <p:spPr>
          <a:xfrm>
            <a:off x="4635692" y="5669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Tzu-Chien Wei</a:t>
            </a:r>
            <a:endParaRPr lang="en-US" sz="700" dirty="0"/>
          </a:p>
        </p:txBody>
      </p:sp>
      <p:sp>
        <p:nvSpPr>
          <p:cNvPr id="301" name="Text 11">
            <a:extLst>
              <a:ext uri="{FF2B5EF4-FFF2-40B4-BE49-F238E27FC236}">
                <a16:creationId xmlns:a16="http://schemas.microsoft.com/office/drawing/2014/main" id="{B32C15DC-3C75-A0A1-DE5F-4559813CAA35}"/>
              </a:ext>
            </a:extLst>
          </p:cNvPr>
          <p:cNvSpPr txBox="1"/>
          <p:nvPr/>
        </p:nvSpPr>
        <p:spPr>
          <a:xfrm>
            <a:off x="4635692" y="577116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Perovskite Solar Cells: The Holy Grail Photovoltaic Technology for Taiwan</a:t>
            </a:r>
            <a:endParaRPr lang="en-US" sz="460" dirty="0"/>
          </a:p>
        </p:txBody>
      </p:sp>
      <p:sp>
        <p:nvSpPr>
          <p:cNvPr id="302" name="Shape 12">
            <a:extLst>
              <a:ext uri="{FF2B5EF4-FFF2-40B4-BE49-F238E27FC236}">
                <a16:creationId xmlns:a16="http://schemas.microsoft.com/office/drawing/2014/main" id="{521133F2-E005-F4E9-F28E-CAA5AB133E2D}"/>
              </a:ext>
            </a:extLst>
          </p:cNvPr>
          <p:cNvSpPr/>
          <p:nvPr/>
        </p:nvSpPr>
        <p:spPr>
          <a:xfrm>
            <a:off x="4023692" y="58784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03" name="Text 13">
            <a:extLst>
              <a:ext uri="{FF2B5EF4-FFF2-40B4-BE49-F238E27FC236}">
                <a16:creationId xmlns:a16="http://schemas.microsoft.com/office/drawing/2014/main" id="{DC1D6E3E-31E9-2B85-0D2A-3080EE1DF285}"/>
              </a:ext>
            </a:extLst>
          </p:cNvPr>
          <p:cNvSpPr txBox="1"/>
          <p:nvPr/>
        </p:nvSpPr>
        <p:spPr>
          <a:xfrm>
            <a:off x="4059692" y="59108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09:45 - 10:05</a:t>
            </a:r>
            <a:endParaRPr lang="en-US" sz="500" dirty="0"/>
          </a:p>
        </p:txBody>
      </p:sp>
      <p:sp>
        <p:nvSpPr>
          <p:cNvPr id="304" name="Text 14">
            <a:extLst>
              <a:ext uri="{FF2B5EF4-FFF2-40B4-BE49-F238E27FC236}">
                <a16:creationId xmlns:a16="http://schemas.microsoft.com/office/drawing/2014/main" id="{8F3A891F-834F-360B-FF3D-0E185E0E2D6D}"/>
              </a:ext>
            </a:extLst>
          </p:cNvPr>
          <p:cNvSpPr txBox="1"/>
          <p:nvPr/>
        </p:nvSpPr>
        <p:spPr>
          <a:xfrm>
            <a:off x="4635692" y="59108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Martyn A. McLachlan</a:t>
            </a:r>
            <a:endParaRPr lang="en-US" sz="700" dirty="0"/>
          </a:p>
        </p:txBody>
      </p:sp>
      <p:sp>
        <p:nvSpPr>
          <p:cNvPr id="305" name="Text 15">
            <a:extLst>
              <a:ext uri="{FF2B5EF4-FFF2-40B4-BE49-F238E27FC236}">
                <a16:creationId xmlns:a16="http://schemas.microsoft.com/office/drawing/2014/main" id="{1AE7A30B-AD72-9DCD-B712-48C7B9E1E2C4}"/>
              </a:ext>
            </a:extLst>
          </p:cNvPr>
          <p:cNvSpPr txBox="1"/>
          <p:nvPr/>
        </p:nvSpPr>
        <p:spPr>
          <a:xfrm>
            <a:off x="4635692" y="601236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Routes for the Synthesis and Circularity of Metal Halide Perovskite Materials and Devices</a:t>
            </a:r>
            <a:endParaRPr lang="en-US" sz="460" dirty="0"/>
          </a:p>
        </p:txBody>
      </p:sp>
      <p:sp>
        <p:nvSpPr>
          <p:cNvPr id="306" name="Shape 16">
            <a:extLst>
              <a:ext uri="{FF2B5EF4-FFF2-40B4-BE49-F238E27FC236}">
                <a16:creationId xmlns:a16="http://schemas.microsoft.com/office/drawing/2014/main" id="{54212A65-9A25-4EA4-6E36-D08A1B7232FB}"/>
              </a:ext>
            </a:extLst>
          </p:cNvPr>
          <p:cNvSpPr/>
          <p:nvPr/>
        </p:nvSpPr>
        <p:spPr>
          <a:xfrm>
            <a:off x="4023692" y="6187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07" name="Text 17">
            <a:extLst>
              <a:ext uri="{FF2B5EF4-FFF2-40B4-BE49-F238E27FC236}">
                <a16:creationId xmlns:a16="http://schemas.microsoft.com/office/drawing/2014/main" id="{76C0A7EF-E7E6-F4BB-639D-40DEE1E5E025}"/>
              </a:ext>
            </a:extLst>
          </p:cNvPr>
          <p:cNvSpPr txBox="1"/>
          <p:nvPr/>
        </p:nvSpPr>
        <p:spPr>
          <a:xfrm>
            <a:off x="4059692" y="6219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10:05 - 10:25</a:t>
            </a:r>
            <a:endParaRPr lang="en-US" sz="500" dirty="0"/>
          </a:p>
        </p:txBody>
      </p:sp>
      <p:sp>
        <p:nvSpPr>
          <p:cNvPr id="308" name="Text 18">
            <a:extLst>
              <a:ext uri="{FF2B5EF4-FFF2-40B4-BE49-F238E27FC236}">
                <a16:creationId xmlns:a16="http://schemas.microsoft.com/office/drawing/2014/main" id="{76D89B6A-0083-4746-F863-8E28E8EB2F36}"/>
              </a:ext>
            </a:extLst>
          </p:cNvPr>
          <p:cNvSpPr txBox="1"/>
          <p:nvPr/>
        </p:nvSpPr>
        <p:spPr>
          <a:xfrm>
            <a:off x="4635692" y="6219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Thomas Anthopoulos</a:t>
            </a:r>
            <a:endParaRPr lang="en-US" sz="700" dirty="0"/>
          </a:p>
        </p:txBody>
      </p:sp>
      <p:sp>
        <p:nvSpPr>
          <p:cNvPr id="309" name="Text 19">
            <a:extLst>
              <a:ext uri="{FF2B5EF4-FFF2-40B4-BE49-F238E27FC236}">
                <a16:creationId xmlns:a16="http://schemas.microsoft.com/office/drawing/2014/main" id="{577BA77D-191F-07FF-046B-9A791ADB7A10}"/>
              </a:ext>
            </a:extLst>
          </p:cNvPr>
          <p:cNvSpPr txBox="1"/>
          <p:nvPr/>
        </p:nvSpPr>
        <p:spPr>
          <a:xfrm>
            <a:off x="4635692" y="632124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Advancing the performance of printed organic photovoltaics</a:t>
            </a:r>
            <a:endParaRPr lang="en-US" sz="460" dirty="0"/>
          </a:p>
        </p:txBody>
      </p:sp>
      <p:sp>
        <p:nvSpPr>
          <p:cNvPr id="310" name="Shape 20">
            <a:extLst>
              <a:ext uri="{FF2B5EF4-FFF2-40B4-BE49-F238E27FC236}">
                <a16:creationId xmlns:a16="http://schemas.microsoft.com/office/drawing/2014/main" id="{212DCACD-66A7-6091-120E-42E833C2F861}"/>
              </a:ext>
            </a:extLst>
          </p:cNvPr>
          <p:cNvSpPr/>
          <p:nvPr/>
        </p:nvSpPr>
        <p:spPr>
          <a:xfrm>
            <a:off x="4023692" y="642852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11" name="Text 21">
            <a:extLst>
              <a:ext uri="{FF2B5EF4-FFF2-40B4-BE49-F238E27FC236}">
                <a16:creationId xmlns:a16="http://schemas.microsoft.com/office/drawing/2014/main" id="{4533DB6C-4E7B-E04E-5EBD-ECB14F17383D}"/>
              </a:ext>
            </a:extLst>
          </p:cNvPr>
          <p:cNvSpPr txBox="1"/>
          <p:nvPr/>
        </p:nvSpPr>
        <p:spPr>
          <a:xfrm>
            <a:off x="4059692" y="642852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10:25 - 10:55</a:t>
            </a:r>
            <a:endParaRPr lang="en-US" sz="500" dirty="0"/>
          </a:p>
        </p:txBody>
      </p:sp>
      <p:sp>
        <p:nvSpPr>
          <p:cNvPr id="312" name="Text 22">
            <a:extLst>
              <a:ext uri="{FF2B5EF4-FFF2-40B4-BE49-F238E27FC236}">
                <a16:creationId xmlns:a16="http://schemas.microsoft.com/office/drawing/2014/main" id="{FFE2451A-0723-3694-5D70-691BAE265BCA}"/>
              </a:ext>
            </a:extLst>
          </p:cNvPr>
          <p:cNvSpPr txBox="1"/>
          <p:nvPr/>
        </p:nvSpPr>
        <p:spPr>
          <a:xfrm>
            <a:off x="4635692" y="642852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Break</a:t>
            </a:r>
            <a:endParaRPr lang="en-US" sz="620" dirty="0"/>
          </a:p>
        </p:txBody>
      </p:sp>
      <p:sp>
        <p:nvSpPr>
          <p:cNvPr id="313" name="Shape 23">
            <a:extLst>
              <a:ext uri="{FF2B5EF4-FFF2-40B4-BE49-F238E27FC236}">
                <a16:creationId xmlns:a16="http://schemas.microsoft.com/office/drawing/2014/main" id="{FF8872AA-06A9-8816-DA58-231D817914CA}"/>
              </a:ext>
            </a:extLst>
          </p:cNvPr>
          <p:cNvSpPr/>
          <p:nvPr/>
        </p:nvSpPr>
        <p:spPr>
          <a:xfrm>
            <a:off x="4023692" y="6580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14" name="Text 24">
            <a:extLst>
              <a:ext uri="{FF2B5EF4-FFF2-40B4-BE49-F238E27FC236}">
                <a16:creationId xmlns:a16="http://schemas.microsoft.com/office/drawing/2014/main" id="{049A67E5-F21E-CA1D-A315-D4AA511C00C6}"/>
              </a:ext>
            </a:extLst>
          </p:cNvPr>
          <p:cNvSpPr txBox="1"/>
          <p:nvPr/>
        </p:nvSpPr>
        <p:spPr>
          <a:xfrm>
            <a:off x="4059692" y="6612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10:55 - 11:15</a:t>
            </a:r>
            <a:endParaRPr lang="en-US" sz="500" dirty="0"/>
          </a:p>
        </p:txBody>
      </p:sp>
      <p:sp>
        <p:nvSpPr>
          <p:cNvPr id="315" name="Text 25">
            <a:extLst>
              <a:ext uri="{FF2B5EF4-FFF2-40B4-BE49-F238E27FC236}">
                <a16:creationId xmlns:a16="http://schemas.microsoft.com/office/drawing/2014/main" id="{5BD45561-33F2-CB31-CB27-EE81E5772081}"/>
              </a:ext>
            </a:extLst>
          </p:cNvPr>
          <p:cNvSpPr txBox="1"/>
          <p:nvPr/>
        </p:nvSpPr>
        <p:spPr>
          <a:xfrm>
            <a:off x="4635692" y="6612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 Macdonald</a:t>
            </a:r>
            <a:endParaRPr lang="en-US" sz="700" dirty="0"/>
          </a:p>
        </p:txBody>
      </p:sp>
      <p:sp>
        <p:nvSpPr>
          <p:cNvPr id="316" name="Text 26">
            <a:extLst>
              <a:ext uri="{FF2B5EF4-FFF2-40B4-BE49-F238E27FC236}">
                <a16:creationId xmlns:a16="http://schemas.microsoft.com/office/drawing/2014/main" id="{3518F4D0-9F65-6AB2-0777-CA1E6AD85D39}"/>
              </a:ext>
            </a:extLst>
          </p:cNvPr>
          <p:cNvSpPr txBox="1"/>
          <p:nvPr/>
        </p:nvSpPr>
        <p:spPr>
          <a:xfrm>
            <a:off x="4635692" y="6714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Nanostructures to Solar Cells: Engineering Interfaces and Crystallisation in Perovskite Semiconductors</a:t>
            </a:r>
            <a:endParaRPr lang="en-US" sz="460" dirty="0"/>
          </a:p>
        </p:txBody>
      </p:sp>
      <p:sp>
        <p:nvSpPr>
          <p:cNvPr id="317" name="Shape 27">
            <a:extLst>
              <a:ext uri="{FF2B5EF4-FFF2-40B4-BE49-F238E27FC236}">
                <a16:creationId xmlns:a16="http://schemas.microsoft.com/office/drawing/2014/main" id="{FA587B74-E0F0-8948-0E02-FCC2406FD90D}"/>
              </a:ext>
            </a:extLst>
          </p:cNvPr>
          <p:cNvSpPr/>
          <p:nvPr/>
        </p:nvSpPr>
        <p:spPr>
          <a:xfrm>
            <a:off x="4023692" y="688932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18" name="Text 28">
            <a:extLst>
              <a:ext uri="{FF2B5EF4-FFF2-40B4-BE49-F238E27FC236}">
                <a16:creationId xmlns:a16="http://schemas.microsoft.com/office/drawing/2014/main" id="{6B27F3FC-5A4D-B75E-E3FA-A7C5015BD246}"/>
              </a:ext>
            </a:extLst>
          </p:cNvPr>
          <p:cNvSpPr txBox="1"/>
          <p:nvPr/>
        </p:nvSpPr>
        <p:spPr>
          <a:xfrm>
            <a:off x="4059692" y="692172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11:15 - 11:35</a:t>
            </a:r>
            <a:endParaRPr lang="en-US" sz="500" dirty="0"/>
          </a:p>
        </p:txBody>
      </p:sp>
      <p:sp>
        <p:nvSpPr>
          <p:cNvPr id="319" name="Text 29">
            <a:extLst>
              <a:ext uri="{FF2B5EF4-FFF2-40B4-BE49-F238E27FC236}">
                <a16:creationId xmlns:a16="http://schemas.microsoft.com/office/drawing/2014/main" id="{E1EBA60E-647A-9B1F-0034-D89E4005D6A4}"/>
              </a:ext>
            </a:extLst>
          </p:cNvPr>
          <p:cNvSpPr txBox="1"/>
          <p:nvPr/>
        </p:nvSpPr>
        <p:spPr>
          <a:xfrm>
            <a:off x="4635692" y="692172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Jaemin Kong</a:t>
            </a:r>
            <a:endParaRPr lang="en-US" sz="700" dirty="0"/>
          </a:p>
        </p:txBody>
      </p:sp>
      <p:sp>
        <p:nvSpPr>
          <p:cNvPr id="320" name="Text 30">
            <a:extLst>
              <a:ext uri="{FF2B5EF4-FFF2-40B4-BE49-F238E27FC236}">
                <a16:creationId xmlns:a16="http://schemas.microsoft.com/office/drawing/2014/main" id="{70EBEFE5-5115-3DD7-C1E3-5490CF6F025B}"/>
              </a:ext>
            </a:extLst>
          </p:cNvPr>
          <p:cNvSpPr txBox="1"/>
          <p:nvPr/>
        </p:nvSpPr>
        <p:spPr>
          <a:xfrm>
            <a:off x="4635692" y="70228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spin-coating technique for organic solar cells using highly volatile solvents</a:t>
            </a:r>
            <a:endParaRPr lang="en-US" sz="460" dirty="0"/>
          </a:p>
        </p:txBody>
      </p:sp>
      <p:sp>
        <p:nvSpPr>
          <p:cNvPr id="321" name="Shape 31">
            <a:extLst>
              <a:ext uri="{FF2B5EF4-FFF2-40B4-BE49-F238E27FC236}">
                <a16:creationId xmlns:a16="http://schemas.microsoft.com/office/drawing/2014/main" id="{18F1584E-B176-CA84-AF4B-4715EB4FBD4B}"/>
              </a:ext>
            </a:extLst>
          </p:cNvPr>
          <p:cNvSpPr/>
          <p:nvPr/>
        </p:nvSpPr>
        <p:spPr>
          <a:xfrm>
            <a:off x="4023692" y="7130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22" name="Text 32">
            <a:extLst>
              <a:ext uri="{FF2B5EF4-FFF2-40B4-BE49-F238E27FC236}">
                <a16:creationId xmlns:a16="http://schemas.microsoft.com/office/drawing/2014/main" id="{AC4308A4-A015-53BE-2C6F-CB7832FB89D6}"/>
              </a:ext>
            </a:extLst>
          </p:cNvPr>
          <p:cNvSpPr txBox="1"/>
          <p:nvPr/>
        </p:nvSpPr>
        <p:spPr>
          <a:xfrm>
            <a:off x="4059692" y="7162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11:35 - 11:55</a:t>
            </a:r>
            <a:endParaRPr lang="en-US" sz="500" dirty="0"/>
          </a:p>
        </p:txBody>
      </p:sp>
      <p:sp>
        <p:nvSpPr>
          <p:cNvPr id="323" name="Text 33">
            <a:extLst>
              <a:ext uri="{FF2B5EF4-FFF2-40B4-BE49-F238E27FC236}">
                <a16:creationId xmlns:a16="http://schemas.microsoft.com/office/drawing/2014/main" id="{C2DE709F-B1B8-F87B-A8C2-1061989097D1}"/>
              </a:ext>
            </a:extLst>
          </p:cNvPr>
          <p:cNvSpPr txBox="1"/>
          <p:nvPr/>
        </p:nvSpPr>
        <p:spPr>
          <a:xfrm>
            <a:off x="4635692" y="7162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Ji-</a:t>
            </a: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Seon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Kim</a:t>
            </a:r>
            <a:endParaRPr lang="en-US" sz="700" dirty="0"/>
          </a:p>
        </p:txBody>
      </p:sp>
      <p:sp>
        <p:nvSpPr>
          <p:cNvPr id="324" name="Text 34">
            <a:extLst>
              <a:ext uri="{FF2B5EF4-FFF2-40B4-BE49-F238E27FC236}">
                <a16:creationId xmlns:a16="http://schemas.microsoft.com/office/drawing/2014/main" id="{BD7D2551-C664-F4B9-9987-6492D93B3403}"/>
              </a:ext>
            </a:extLst>
          </p:cNvPr>
          <p:cNvSpPr txBox="1"/>
          <p:nvPr/>
        </p:nvSpPr>
        <p:spPr>
          <a:xfrm>
            <a:off x="4635692" y="726408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Charge Generation and Photostability in Organic Semiconductors</a:t>
            </a:r>
            <a:endParaRPr lang="en-US" sz="460" dirty="0"/>
          </a:p>
        </p:txBody>
      </p:sp>
      <p:sp>
        <p:nvSpPr>
          <p:cNvPr id="325" name="Shape 35">
            <a:extLst>
              <a:ext uri="{FF2B5EF4-FFF2-40B4-BE49-F238E27FC236}">
                <a16:creationId xmlns:a16="http://schemas.microsoft.com/office/drawing/2014/main" id="{B20CF1E3-A6D0-E2F2-09F5-CA875E3DDAE6}"/>
              </a:ext>
            </a:extLst>
          </p:cNvPr>
          <p:cNvSpPr/>
          <p:nvPr/>
        </p:nvSpPr>
        <p:spPr>
          <a:xfrm>
            <a:off x="4023692" y="73713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26" name="Text 36">
            <a:extLst>
              <a:ext uri="{FF2B5EF4-FFF2-40B4-BE49-F238E27FC236}">
                <a16:creationId xmlns:a16="http://schemas.microsoft.com/office/drawing/2014/main" id="{C280C293-9A1B-99C9-A966-B09EF18AE0D4}"/>
              </a:ext>
            </a:extLst>
          </p:cNvPr>
          <p:cNvSpPr txBox="1"/>
          <p:nvPr/>
        </p:nvSpPr>
        <p:spPr>
          <a:xfrm>
            <a:off x="4059692" y="74037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11:55 - 12:15</a:t>
            </a:r>
            <a:endParaRPr lang="en-US" sz="500" dirty="0"/>
          </a:p>
        </p:txBody>
      </p:sp>
      <p:sp>
        <p:nvSpPr>
          <p:cNvPr id="327" name="Text 37">
            <a:extLst>
              <a:ext uri="{FF2B5EF4-FFF2-40B4-BE49-F238E27FC236}">
                <a16:creationId xmlns:a16="http://schemas.microsoft.com/office/drawing/2014/main" id="{C3ACE5DF-BC63-2FAD-2FD9-999023972985}"/>
              </a:ext>
            </a:extLst>
          </p:cNvPr>
          <p:cNvSpPr txBox="1"/>
          <p:nvPr/>
        </p:nvSpPr>
        <p:spPr>
          <a:xfrm>
            <a:off x="4635692" y="74037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Shun-Wei Liu</a:t>
            </a:r>
            <a:endParaRPr lang="en-US" sz="700" dirty="0"/>
          </a:p>
        </p:txBody>
      </p:sp>
      <p:sp>
        <p:nvSpPr>
          <p:cNvPr id="328" name="Text 38">
            <a:extLst>
              <a:ext uri="{FF2B5EF4-FFF2-40B4-BE49-F238E27FC236}">
                <a16:creationId xmlns:a16="http://schemas.microsoft.com/office/drawing/2014/main" id="{4B8EBBA0-FA27-C00A-D122-E7B430B5AADB}"/>
              </a:ext>
            </a:extLst>
          </p:cNvPr>
          <p:cNvSpPr txBox="1"/>
          <p:nvPr/>
        </p:nvSpPr>
        <p:spPr>
          <a:xfrm>
            <a:off x="4635692" y="750528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All-Vacuum-Deposited Optoelectronics for Emerging Optical Sensing and Energy Harvesting</a:t>
            </a:r>
            <a:endParaRPr lang="en-US" sz="460" dirty="0"/>
          </a:p>
        </p:txBody>
      </p:sp>
      <p:sp>
        <p:nvSpPr>
          <p:cNvPr id="329" name="Shape 39">
            <a:extLst>
              <a:ext uri="{FF2B5EF4-FFF2-40B4-BE49-F238E27FC236}">
                <a16:creationId xmlns:a16="http://schemas.microsoft.com/office/drawing/2014/main" id="{1B552038-6E35-3EE0-686C-B69DE899E65E}"/>
              </a:ext>
            </a:extLst>
          </p:cNvPr>
          <p:cNvSpPr/>
          <p:nvPr/>
        </p:nvSpPr>
        <p:spPr>
          <a:xfrm>
            <a:off x="4023692" y="768024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30" name="Text 40">
            <a:extLst>
              <a:ext uri="{FF2B5EF4-FFF2-40B4-BE49-F238E27FC236}">
                <a16:creationId xmlns:a16="http://schemas.microsoft.com/office/drawing/2014/main" id="{81137DE7-23A7-6B11-3147-201E5920A30B}"/>
              </a:ext>
            </a:extLst>
          </p:cNvPr>
          <p:cNvSpPr txBox="1"/>
          <p:nvPr/>
        </p:nvSpPr>
        <p:spPr>
          <a:xfrm>
            <a:off x="4059692" y="768024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12:15 - 13:35</a:t>
            </a:r>
            <a:endParaRPr lang="en-US" sz="500" dirty="0"/>
          </a:p>
        </p:txBody>
      </p:sp>
      <p:sp>
        <p:nvSpPr>
          <p:cNvPr id="331" name="Text 41">
            <a:extLst>
              <a:ext uri="{FF2B5EF4-FFF2-40B4-BE49-F238E27FC236}">
                <a16:creationId xmlns:a16="http://schemas.microsoft.com/office/drawing/2014/main" id="{F746AC0D-B7DC-9431-F87A-D110C1303C21}"/>
              </a:ext>
            </a:extLst>
          </p:cNvPr>
          <p:cNvSpPr txBox="1"/>
          <p:nvPr/>
        </p:nvSpPr>
        <p:spPr>
          <a:xfrm>
            <a:off x="4635692" y="768024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Lunch Break</a:t>
            </a:r>
            <a:endParaRPr lang="en-US" sz="620" dirty="0"/>
          </a:p>
        </p:txBody>
      </p:sp>
      <p:sp>
        <p:nvSpPr>
          <p:cNvPr id="332" name="Shape 42">
            <a:extLst>
              <a:ext uri="{FF2B5EF4-FFF2-40B4-BE49-F238E27FC236}">
                <a16:creationId xmlns:a16="http://schemas.microsoft.com/office/drawing/2014/main" id="{9BC70E45-EF32-FDAA-CB33-17B054476E85}"/>
              </a:ext>
            </a:extLst>
          </p:cNvPr>
          <p:cNvSpPr/>
          <p:nvPr/>
        </p:nvSpPr>
        <p:spPr>
          <a:xfrm>
            <a:off x="4023692" y="783216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33" name="Text 43">
            <a:extLst>
              <a:ext uri="{FF2B5EF4-FFF2-40B4-BE49-F238E27FC236}">
                <a16:creationId xmlns:a16="http://schemas.microsoft.com/office/drawing/2014/main" id="{BB86B19F-8986-F857-CC8D-FDF7317D66F8}"/>
              </a:ext>
            </a:extLst>
          </p:cNvPr>
          <p:cNvSpPr txBox="1"/>
          <p:nvPr/>
        </p:nvSpPr>
        <p:spPr>
          <a:xfrm>
            <a:off x="4059692" y="786456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13:35 - 13:55</a:t>
            </a:r>
            <a:endParaRPr lang="en-US" sz="500" dirty="0"/>
          </a:p>
        </p:txBody>
      </p:sp>
      <p:sp>
        <p:nvSpPr>
          <p:cNvPr id="334" name="Text 44">
            <a:extLst>
              <a:ext uri="{FF2B5EF4-FFF2-40B4-BE49-F238E27FC236}">
                <a16:creationId xmlns:a16="http://schemas.microsoft.com/office/drawing/2014/main" id="{83F7919F-8596-70E1-A4BD-20EEAF295F85}"/>
              </a:ext>
            </a:extLst>
          </p:cNvPr>
          <p:cNvSpPr txBox="1"/>
          <p:nvPr/>
        </p:nvSpPr>
        <p:spPr>
          <a:xfrm>
            <a:off x="4635692" y="786456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Robert Durrant</a:t>
            </a:r>
            <a:endParaRPr lang="en-US" sz="700" dirty="0"/>
          </a:p>
        </p:txBody>
      </p:sp>
      <p:sp>
        <p:nvSpPr>
          <p:cNvPr id="335" name="Text 45">
            <a:extLst>
              <a:ext uri="{FF2B5EF4-FFF2-40B4-BE49-F238E27FC236}">
                <a16:creationId xmlns:a16="http://schemas.microsoft.com/office/drawing/2014/main" id="{B71DC6B0-CDB8-D921-3162-F50A7F6DCF16}"/>
              </a:ext>
            </a:extLst>
          </p:cNvPr>
          <p:cNvSpPr txBox="1"/>
          <p:nvPr/>
        </p:nvSpPr>
        <p:spPr>
          <a:xfrm>
            <a:off x="4635692" y="796572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 dynamics in organic semiconductor photocatalysts</a:t>
            </a:r>
            <a:endParaRPr lang="en-US" sz="460" dirty="0"/>
          </a:p>
        </p:txBody>
      </p:sp>
      <p:sp>
        <p:nvSpPr>
          <p:cNvPr id="336" name="Shape 46">
            <a:extLst>
              <a:ext uri="{FF2B5EF4-FFF2-40B4-BE49-F238E27FC236}">
                <a16:creationId xmlns:a16="http://schemas.microsoft.com/office/drawing/2014/main" id="{D4D6D1D7-1699-28A5-A02C-D1339B391004}"/>
              </a:ext>
            </a:extLst>
          </p:cNvPr>
          <p:cNvSpPr/>
          <p:nvPr/>
        </p:nvSpPr>
        <p:spPr>
          <a:xfrm>
            <a:off x="4023692" y="807300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37" name="Text 47">
            <a:extLst>
              <a:ext uri="{FF2B5EF4-FFF2-40B4-BE49-F238E27FC236}">
                <a16:creationId xmlns:a16="http://schemas.microsoft.com/office/drawing/2014/main" id="{FF94F4B9-0DFB-C6D4-AC31-54954CC0178F}"/>
              </a:ext>
            </a:extLst>
          </p:cNvPr>
          <p:cNvSpPr txBox="1"/>
          <p:nvPr/>
        </p:nvSpPr>
        <p:spPr>
          <a:xfrm>
            <a:off x="4059692" y="810540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13:55 - 14:15</a:t>
            </a:r>
            <a:endParaRPr lang="en-US" sz="500" dirty="0"/>
          </a:p>
        </p:txBody>
      </p:sp>
      <p:sp>
        <p:nvSpPr>
          <p:cNvPr id="338" name="Text 48">
            <a:extLst>
              <a:ext uri="{FF2B5EF4-FFF2-40B4-BE49-F238E27FC236}">
                <a16:creationId xmlns:a16="http://schemas.microsoft.com/office/drawing/2014/main" id="{75CBB820-7C03-5F9E-23EF-B423C6BA5C42}"/>
              </a:ext>
            </a:extLst>
          </p:cNvPr>
          <p:cNvSpPr txBox="1"/>
          <p:nvPr/>
        </p:nvSpPr>
        <p:spPr>
          <a:xfrm>
            <a:off x="4635692" y="810540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 err="1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Hyojung</a:t>
            </a: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</a:t>
            </a:r>
            <a:endParaRPr lang="en-US" sz="700" dirty="0"/>
          </a:p>
        </p:txBody>
      </p:sp>
      <p:sp>
        <p:nvSpPr>
          <p:cNvPr id="339" name="Text 49">
            <a:extLst>
              <a:ext uri="{FF2B5EF4-FFF2-40B4-BE49-F238E27FC236}">
                <a16:creationId xmlns:a16="http://schemas.microsoft.com/office/drawing/2014/main" id="{61EAC224-5299-73C7-6A08-8B8C05AD7FC4}"/>
              </a:ext>
            </a:extLst>
          </p:cNvPr>
          <p:cNvSpPr txBox="1"/>
          <p:nvPr/>
        </p:nvSpPr>
        <p:spPr>
          <a:xfrm>
            <a:off x="4635692" y="820692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Molecular Engineering to Long-Lived Charge Carriers: Design Principles for Organic Photocatalysts</a:t>
            </a:r>
            <a:endParaRPr lang="en-US" sz="460" dirty="0"/>
          </a:p>
        </p:txBody>
      </p:sp>
      <p:sp>
        <p:nvSpPr>
          <p:cNvPr id="340" name="Shape 50">
            <a:extLst>
              <a:ext uri="{FF2B5EF4-FFF2-40B4-BE49-F238E27FC236}">
                <a16:creationId xmlns:a16="http://schemas.microsoft.com/office/drawing/2014/main" id="{AC1162A5-7FDD-285B-A079-F4FED3342500}"/>
              </a:ext>
            </a:extLst>
          </p:cNvPr>
          <p:cNvSpPr/>
          <p:nvPr/>
        </p:nvSpPr>
        <p:spPr>
          <a:xfrm>
            <a:off x="4023692" y="838224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41" name="Text 51">
            <a:extLst>
              <a:ext uri="{FF2B5EF4-FFF2-40B4-BE49-F238E27FC236}">
                <a16:creationId xmlns:a16="http://schemas.microsoft.com/office/drawing/2014/main" id="{C5E4722C-7987-0915-59B0-305FF7D199A6}"/>
              </a:ext>
            </a:extLst>
          </p:cNvPr>
          <p:cNvSpPr txBox="1"/>
          <p:nvPr/>
        </p:nvSpPr>
        <p:spPr>
          <a:xfrm>
            <a:off x="4059692" y="841464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14:15 - 14:35</a:t>
            </a:r>
            <a:endParaRPr lang="en-US" sz="500" dirty="0"/>
          </a:p>
        </p:txBody>
      </p:sp>
      <p:sp>
        <p:nvSpPr>
          <p:cNvPr id="342" name="Text 52">
            <a:extLst>
              <a:ext uri="{FF2B5EF4-FFF2-40B4-BE49-F238E27FC236}">
                <a16:creationId xmlns:a16="http://schemas.microsoft.com/office/drawing/2014/main" id="{1D64DEB5-C592-1C14-84A0-4C208AFFB9FC}"/>
              </a:ext>
            </a:extLst>
          </p:cNvPr>
          <p:cNvSpPr txBox="1"/>
          <p:nvPr/>
        </p:nvSpPr>
        <p:spPr>
          <a:xfrm>
            <a:off x="4635692" y="841464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Ludmilla Steier</a:t>
            </a:r>
            <a:endParaRPr lang="en-US" sz="700" dirty="0"/>
          </a:p>
        </p:txBody>
      </p:sp>
      <p:sp>
        <p:nvSpPr>
          <p:cNvPr id="343" name="Text 53">
            <a:extLst>
              <a:ext uri="{FF2B5EF4-FFF2-40B4-BE49-F238E27FC236}">
                <a16:creationId xmlns:a16="http://schemas.microsoft.com/office/drawing/2014/main" id="{835EFCAB-ADAC-13C7-5CA9-46C32ACAF23A}"/>
              </a:ext>
            </a:extLst>
          </p:cNvPr>
          <p:cNvSpPr txBox="1"/>
          <p:nvPr/>
        </p:nvSpPr>
        <p:spPr>
          <a:xfrm>
            <a:off x="4635692" y="8515806"/>
            <a:ext cx="2160000" cy="8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Towards property-function relationships in photo- and electrocatalytic CO₂ conversion</a:t>
            </a:r>
            <a:endParaRPr lang="en-US" sz="460" dirty="0"/>
          </a:p>
        </p:txBody>
      </p:sp>
      <p:sp>
        <p:nvSpPr>
          <p:cNvPr id="344" name="Shape 54">
            <a:extLst>
              <a:ext uri="{FF2B5EF4-FFF2-40B4-BE49-F238E27FC236}">
                <a16:creationId xmlns:a16="http://schemas.microsoft.com/office/drawing/2014/main" id="{44C8AD4E-5153-9F95-8FCE-937C3B8DE668}"/>
              </a:ext>
            </a:extLst>
          </p:cNvPr>
          <p:cNvSpPr/>
          <p:nvPr/>
        </p:nvSpPr>
        <p:spPr>
          <a:xfrm>
            <a:off x="4023692" y="8623086"/>
            <a:ext cx="2772000" cy="5400"/>
          </a:xfrm>
          <a:prstGeom prst="rect">
            <a:avLst/>
          </a:prstGeom>
          <a:solidFill>
            <a:srgbClr val="D4DCD8"/>
          </a:solidFill>
          <a:ln/>
        </p:spPr>
      </p:sp>
      <p:sp>
        <p:nvSpPr>
          <p:cNvPr id="345" name="Text 55">
            <a:extLst>
              <a:ext uri="{FF2B5EF4-FFF2-40B4-BE49-F238E27FC236}">
                <a16:creationId xmlns:a16="http://schemas.microsoft.com/office/drawing/2014/main" id="{AF4BC753-B789-E08C-CA2C-6B335A900945}"/>
              </a:ext>
            </a:extLst>
          </p:cNvPr>
          <p:cNvSpPr txBox="1"/>
          <p:nvPr/>
        </p:nvSpPr>
        <p:spPr>
          <a:xfrm>
            <a:off x="4059692" y="8655486"/>
            <a:ext cx="612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14:35 - 14:55</a:t>
            </a:r>
            <a:endParaRPr lang="en-US" sz="500" dirty="0"/>
          </a:p>
        </p:txBody>
      </p:sp>
      <p:sp>
        <p:nvSpPr>
          <p:cNvPr id="346" name="Text 56">
            <a:extLst>
              <a:ext uri="{FF2B5EF4-FFF2-40B4-BE49-F238E27FC236}">
                <a16:creationId xmlns:a16="http://schemas.microsoft.com/office/drawing/2014/main" id="{A3BA00AA-39D4-7249-57C8-A1D8974FD88F}"/>
              </a:ext>
            </a:extLst>
          </p:cNvPr>
          <p:cNvSpPr txBox="1"/>
          <p:nvPr/>
        </p:nvSpPr>
        <p:spPr>
          <a:xfrm>
            <a:off x="4635692" y="8655486"/>
            <a:ext cx="2160000" cy="10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3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Jinho Lee</a:t>
            </a:r>
            <a:endParaRPr lang="en-US" sz="700" dirty="0"/>
          </a:p>
        </p:txBody>
      </p:sp>
      <p:sp>
        <p:nvSpPr>
          <p:cNvPr id="347" name="Text 57">
            <a:extLst>
              <a:ext uri="{FF2B5EF4-FFF2-40B4-BE49-F238E27FC236}">
                <a16:creationId xmlns:a16="http://schemas.microsoft.com/office/drawing/2014/main" id="{0EA820C7-BB71-9BA9-2AB0-4EDB0376D1B6}"/>
              </a:ext>
            </a:extLst>
          </p:cNvPr>
          <p:cNvSpPr txBox="1"/>
          <p:nvPr/>
        </p:nvSpPr>
        <p:spPr>
          <a:xfrm>
            <a:off x="4635692" y="8757006"/>
            <a:ext cx="2160000" cy="15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"/>
              </a:lnSpc>
              <a:buNone/>
            </a:pPr>
            <a:r>
              <a:rPr lang="en-US" sz="460" dirty="0">
                <a:solidFill>
                  <a:srgbClr val="3A4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Molecular Control of Interfacial Energetics and Charge Transfer in Organic and Perovskite Solar Cells</a:t>
            </a:r>
            <a:endParaRPr lang="en-US" sz="460" dirty="0"/>
          </a:p>
        </p:txBody>
      </p:sp>
      <p:sp>
        <p:nvSpPr>
          <p:cNvPr id="348" name="Shape 58">
            <a:extLst>
              <a:ext uri="{FF2B5EF4-FFF2-40B4-BE49-F238E27FC236}">
                <a16:creationId xmlns:a16="http://schemas.microsoft.com/office/drawing/2014/main" id="{3D0969A9-7FBF-A84A-3A92-712BCCEDE3C7}"/>
              </a:ext>
            </a:extLst>
          </p:cNvPr>
          <p:cNvSpPr/>
          <p:nvPr/>
        </p:nvSpPr>
        <p:spPr>
          <a:xfrm>
            <a:off x="4023692" y="8931966"/>
            <a:ext cx="2772000" cy="133920"/>
          </a:xfrm>
          <a:prstGeom prst="rect">
            <a:avLst/>
          </a:prstGeom>
          <a:solidFill>
            <a:srgbClr val="EDF1EE"/>
          </a:solidFill>
          <a:ln/>
        </p:spPr>
      </p:sp>
      <p:sp>
        <p:nvSpPr>
          <p:cNvPr id="349" name="Text 59">
            <a:extLst>
              <a:ext uri="{FF2B5EF4-FFF2-40B4-BE49-F238E27FC236}">
                <a16:creationId xmlns:a16="http://schemas.microsoft.com/office/drawing/2014/main" id="{1387DD6B-F02C-3A8E-AF87-2D9634A60C15}"/>
              </a:ext>
            </a:extLst>
          </p:cNvPr>
          <p:cNvSpPr txBox="1"/>
          <p:nvPr/>
        </p:nvSpPr>
        <p:spPr>
          <a:xfrm>
            <a:off x="4059692" y="8931966"/>
            <a:ext cx="612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E82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14:55 - 15:00</a:t>
            </a:r>
            <a:endParaRPr lang="en-US" sz="500" dirty="0"/>
          </a:p>
        </p:txBody>
      </p:sp>
      <p:sp>
        <p:nvSpPr>
          <p:cNvPr id="350" name="Text 60">
            <a:extLst>
              <a:ext uri="{FF2B5EF4-FFF2-40B4-BE49-F238E27FC236}">
                <a16:creationId xmlns:a16="http://schemas.microsoft.com/office/drawing/2014/main" id="{13FE78D6-9452-70CC-6335-561E7E8DD351}"/>
              </a:ext>
            </a:extLst>
          </p:cNvPr>
          <p:cNvSpPr txBox="1"/>
          <p:nvPr/>
        </p:nvSpPr>
        <p:spPr>
          <a:xfrm>
            <a:off x="4635692" y="8931966"/>
            <a:ext cx="2160000" cy="13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Discussion / Group Photo</a:t>
            </a:r>
            <a:endParaRPr lang="en-US" sz="620" dirty="0"/>
          </a:p>
        </p:txBody>
      </p:sp>
      <p:sp>
        <p:nvSpPr>
          <p:cNvPr id="351" name="Shape 61">
            <a:extLst>
              <a:ext uri="{FF2B5EF4-FFF2-40B4-BE49-F238E27FC236}">
                <a16:creationId xmlns:a16="http://schemas.microsoft.com/office/drawing/2014/main" id="{9ADF035B-A302-CCCA-73EF-34BD68A7EE1A}"/>
              </a:ext>
            </a:extLst>
          </p:cNvPr>
          <p:cNvSpPr/>
          <p:nvPr/>
        </p:nvSpPr>
        <p:spPr>
          <a:xfrm>
            <a:off x="4023692" y="9148686"/>
            <a:ext cx="2772000" cy="9000"/>
          </a:xfrm>
          <a:prstGeom prst="rect">
            <a:avLst/>
          </a:prstGeom>
          <a:solidFill>
            <a:srgbClr val="5E8273"/>
          </a:solidFill>
          <a:ln/>
        </p:spPr>
      </p:sp>
      <p:sp>
        <p:nvSpPr>
          <p:cNvPr id="352" name="Text 63">
            <a:extLst>
              <a:ext uri="{FF2B5EF4-FFF2-40B4-BE49-F238E27FC236}">
                <a16:creationId xmlns:a16="http://schemas.microsoft.com/office/drawing/2014/main" id="{6668AC46-3C8A-36CF-EE45-659A3E7CC499}"/>
              </a:ext>
            </a:extLst>
          </p:cNvPr>
          <p:cNvSpPr txBox="1"/>
          <p:nvPr/>
        </p:nvSpPr>
        <p:spPr>
          <a:xfrm>
            <a:off x="4023692" y="9240486"/>
            <a:ext cx="2772000" cy="2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主辦</a:t>
            </a:r>
            <a:r>
              <a:rPr lang="en-US" altLang="zh-TW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altLang="zh-TW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國立中興大學工學院</a:t>
            </a:r>
            <a:endParaRPr lang="en-US" sz="500" dirty="0">
              <a:solidFill>
                <a:srgbClr val="5A5A5A"/>
              </a:solidFill>
              <a:latin typeface="標楷體" pitchFamily="34" charset="0"/>
              <a:ea typeface="標楷體" pitchFamily="34" charset="-122"/>
              <a:cs typeface="標楷體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協辦</a:t>
            </a:r>
            <a:r>
              <a:rPr 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　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永續農業創新發展中心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智慧永續新農業研究發展中心</a:t>
            </a:r>
            <a:r>
              <a:rPr lang="zh-TW" altLang="en-US" sz="500" dirty="0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</a:t>
            </a:r>
            <a:r>
              <a:rPr lang="en-US" sz="500" dirty="0" err="1">
                <a:solidFill>
                  <a:srgbClr val="5A5A5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化學工程學系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57055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</TotalTime>
  <Words>5072</Words>
  <Application>Microsoft Office PowerPoint</Application>
  <PresentationFormat>自訂</PresentationFormat>
  <Paragraphs>1076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源流明體月 SB</vt:lpstr>
      <vt:lpstr>標楷體</vt:lpstr>
      <vt:lpstr>Aptos</vt:lpstr>
      <vt:lpstr>Aptos Display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凱鈞 張</dc:creator>
  <cp:lastModifiedBy>凱鈞 張</cp:lastModifiedBy>
  <cp:revision>4</cp:revision>
  <cp:lastPrinted>2026-10-09T13:09:14Z</cp:lastPrinted>
  <dcterms:created xsi:type="dcterms:W3CDTF">2026-10-09T10:20:35Z</dcterms:created>
  <dcterms:modified xsi:type="dcterms:W3CDTF">2026-10-09T13:09:55Z</dcterms:modified>
</cp:coreProperties>
</file>